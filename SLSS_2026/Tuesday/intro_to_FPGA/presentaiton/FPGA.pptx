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media1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Vie niekto ?</a:t>
            </a:r>
            <a:br/>
            <a:br/>
            <a:r>
              <a:t>- FPGA je čip schopný meniť hardvér za chodu a vytvárať ľubovoľný digitálny obvod.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- FPGA je čip schopný meniť hardvér za chodu a vytvárať ľubovoľný digitálny obvod.</a:t>
            </a:r>
          </a:p>
          <a:p>
            <a:pPr/>
          </a:p>
          <a:p>
            <a:pPr/>
            <a:r>
              <a:t>- Na co to je dobre - motivacia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Vcera sme tu mali super prednasku o roznych satelitoch, ako funguju a ake maju zakladne suciastky. Vdaka tomu mate dobru predstavu o tom kolko roznych systemov potrebujeme v satelitoch obsluzit nehovoriac o tom ze vascsina satelitov je postavena pre inu ulohu. </a:t>
            </a:r>
          </a:p>
          <a:p>
            <a:pPr/>
          </a:p>
          <a:p>
            <a:pPr/>
            <a:r>
              <a:t>Niektore monitoruju zem pomocou kamrey s vysokym rozlisenim. Ine su urcene na satelitnu komunikaciu. Niektore mame na orbite na spristupnenie internetu takmer kazdemu na planete. </a:t>
            </a:r>
          </a:p>
          <a:p>
            <a:pPr/>
          </a:p>
          <a:p>
            <a:pPr/>
            <a:r>
              <a:t>Co tym chcem povedat je ze vdaka tomu ze su FPGA cipy velmi flexibilne v tom co dokazu robit su casto vhodnym kandidatom pre vacsinu satelitnych systemov. A vdaka roznorodosti satelitov a ich uloham su casto finance lepsu volbou ako vyrabat cip na mieru, ktory sa oplati az pri vyrobe vacsieho mnozstva kusov.</a:t>
            </a:r>
          </a:p>
          <a:p>
            <a:pPr/>
          </a:p>
          <a:p>
            <a:pPr/>
            <a:r>
              <a:t>Dobrym prikladom je starlink, ktory na orbitu vypustil prve satelity pred tym ako mali sfinalizovanu specifikaciu. Vdaka tomu ze mali FPGA cipy v starlikoch, vedeli upravit hardwer priamo na orbite.</a:t>
            </a:r>
            <a:br/>
            <a:br/>
            <a:r>
              <a:t>A podobnych prikladov vieme nast velmi vela. Ak mame na orbite satelit uz par rokov a medzicasom vznikol novy a lepsi komunikacny standart, tkroy ale potrebuje aj hardwerove upravy, tak FPGA cip nam to umozni. </a:t>
            </a:r>
          </a:p>
          <a:p>
            <a:pPr/>
          </a:p>
          <a:p>
            <a:pPr/>
            <a:r>
              <a:t>Ak mame novu verziu neuronovej siete, ktoru chceme pouzit v satelite, ktory uz je na orbite - vdaka FPGA cipom to mozeme spravit.</a:t>
            </a:r>
          </a:p>
          <a:p>
            <a:pPr/>
          </a:p>
          <a:p>
            <a:pPr/>
            <a:r>
              <a:t>—&gt; Ako funguju FPGA cipy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hape 1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-"/>
            </a:pPr>
            <a:r>
              <a:t>to kam chceme satelit alebo nejaku misiu poslat je velmi podstatne lebo to v akom prostredi sa bude nachadzat rozhoduje o tom ake suciatky nam bude treba </a:t>
            </a:r>
          </a:p>
          <a:p>
            <a:pPr marL="279400" indent="-279400">
              <a:buSzPct val="123000"/>
              <a:buChar char="-"/>
            </a:pPr>
            <a:r>
              <a:t>kazda orbita / miesto ma svoje specifika pre ktore treba satelit navrhnut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hape 2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van allenove radiacne pacy okolo zeme - a ako suvisia s orbitami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Úvod do FPGA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Úvod do FPGA</a:t>
            </a:r>
          </a:p>
        </p:txBody>
      </p:sp>
      <p:sp>
        <p:nvSpPr>
          <p:cNvPr id="172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Čo je FPGA čip?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Čo je FPGA čip?</a:t>
            </a:r>
          </a:p>
        </p:txBody>
      </p:sp>
      <p:sp>
        <p:nvSpPr>
          <p:cNvPr id="175" name="(Field Programmable Gate Array)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  <a:r>
              <a:t>(F</a:t>
            </a:r>
            <a:r>
              <a:rPr>
                <a:solidFill>
                  <a:srgbClr val="5E5E5E"/>
                </a:solidFill>
              </a:rPr>
              <a:t>ield</a:t>
            </a:r>
            <a:r>
              <a:t> P</a:t>
            </a:r>
            <a:r>
              <a:rPr>
                <a:solidFill>
                  <a:srgbClr val="5E5E5E"/>
                </a:solidFill>
              </a:rPr>
              <a:t>rogrammable</a:t>
            </a:r>
            <a:r>
              <a:t> G</a:t>
            </a:r>
            <a:r>
              <a:rPr>
                <a:solidFill>
                  <a:srgbClr val="5E5E5E"/>
                </a:solidFill>
              </a:rPr>
              <a:t>ate</a:t>
            </a:r>
            <a:r>
              <a:t> A</a:t>
            </a:r>
            <a:r>
              <a:rPr>
                <a:solidFill>
                  <a:srgbClr val="5E5E5E"/>
                </a:solidFill>
              </a:rPr>
              <a:t>rray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PGA je čip schopný meniť hardvér za chodu a vytvárať ľubovoľný digitálny obvod."/>
          <p:cNvSpPr txBox="1"/>
          <p:nvPr>
            <p:ph type="title"/>
          </p:nvPr>
        </p:nvSpPr>
        <p:spPr>
          <a:xfrm>
            <a:off x="1206500" y="5326069"/>
            <a:ext cx="21971000" cy="3063862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  <a:defRPr b="0"/>
            </a:pPr>
            <a:r>
              <a:t>FPGA je čip schopný </a:t>
            </a:r>
            <a:r>
              <a:rPr b="1"/>
              <a:t>meniť hardvér za chodu</a:t>
            </a:r>
            <a:r>
              <a:t> a vytvárať ľubovoľný digitálny obvod.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"/>
          <p:cNvGrpSpPr/>
          <p:nvPr/>
        </p:nvGrpSpPr>
        <p:grpSpPr>
          <a:xfrm>
            <a:off x="0" y="-703676"/>
            <a:ext cx="24384000" cy="14278966"/>
            <a:chOff x="0" y="0"/>
            <a:chExt cx="24383998" cy="14278965"/>
          </a:xfrm>
        </p:grpSpPr>
        <p:pic>
          <p:nvPicPr>
            <p:cNvPr id="183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383999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" name="Caption"/>
            <p:cNvSpPr/>
            <p:nvPr/>
          </p:nvSpPr>
          <p:spPr>
            <a:xfrm>
              <a:off x="0" y="13817600"/>
              <a:ext cx="24383999" cy="461366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https://www.esa.int/Enabling_Support/Space_Engineering_Technology/Technology_CubeSats_overview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roup"/>
          <p:cNvGrpSpPr/>
          <p:nvPr/>
        </p:nvGrpSpPr>
        <p:grpSpPr>
          <a:xfrm>
            <a:off x="-15166" y="-688856"/>
            <a:ext cx="24414332" cy="14296027"/>
            <a:chOff x="0" y="0"/>
            <a:chExt cx="24414331" cy="14296026"/>
          </a:xfrm>
        </p:grpSpPr>
        <p:pic>
          <p:nvPicPr>
            <p:cNvPr id="189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24414332" cy="13733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Caption"/>
            <p:cNvSpPr/>
            <p:nvPr/>
          </p:nvSpPr>
          <p:spPr>
            <a:xfrm>
              <a:off x="0" y="13834660"/>
              <a:ext cx="24414332" cy="461367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https://www.esa.int/Enabling_Support/Operations/Galileo_satellites_well_on_way_to_working_orbit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"/>
          <p:cNvGrpSpPr/>
          <p:nvPr/>
        </p:nvGrpSpPr>
        <p:grpSpPr>
          <a:xfrm>
            <a:off x="4010024" y="2377394"/>
            <a:ext cx="16363952" cy="9524178"/>
            <a:chOff x="0" y="0"/>
            <a:chExt cx="16363951" cy="9524177"/>
          </a:xfrm>
        </p:grpSpPr>
        <p:pic>
          <p:nvPicPr>
            <p:cNvPr id="193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6363952" cy="89612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4" name="Caption"/>
            <p:cNvSpPr/>
            <p:nvPr/>
          </p:nvSpPr>
          <p:spPr>
            <a:xfrm>
              <a:off x="0" y="9062811"/>
              <a:ext cx="16363952" cy="461367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https://global.fujitsu/en-global/about/vision/leadership-challenges/22-leo-satellite-broadband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"/>
          <p:cNvGrpSpPr/>
          <p:nvPr/>
        </p:nvGrpSpPr>
        <p:grpSpPr>
          <a:xfrm>
            <a:off x="3002228" y="900865"/>
            <a:ext cx="18379544" cy="12845535"/>
            <a:chOff x="0" y="0"/>
            <a:chExt cx="18379543" cy="12845533"/>
          </a:xfrm>
        </p:grpSpPr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8379544" cy="119142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0" name="Caption"/>
            <p:cNvSpPr/>
            <p:nvPr/>
          </p:nvSpPr>
          <p:spPr>
            <a:xfrm>
              <a:off x="0" y="12015868"/>
              <a:ext cx="18379544" cy="829666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https://www.researchgate.net/figure/Location-of-the-inner-and-outer-radiation-belt-and-the-satellites-orbits-The-color_fig1_369066836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"/>
          <p:cNvGrpSpPr/>
          <p:nvPr/>
        </p:nvGrpSpPr>
        <p:grpSpPr>
          <a:xfrm>
            <a:off x="3667033" y="21326"/>
            <a:ext cx="17049934" cy="13392395"/>
            <a:chOff x="0" y="0"/>
            <a:chExt cx="17049933" cy="13392393"/>
          </a:xfrm>
        </p:grpSpPr>
        <p:pic>
          <p:nvPicPr>
            <p:cNvPr id="205" name="Apple Creator Studio Image 2026-08-08_17-39-51.png" descr="Apple Creator Studio Image 2026-08-08_17-39-51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420" t="0" r="5420" b="0"/>
            <a:stretch>
              <a:fillRect/>
            </a:stretch>
          </p:blipFill>
          <p:spPr>
            <a:xfrm>
              <a:off x="0" y="0"/>
              <a:ext cx="17049934" cy="12829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6" name="Caption"/>
            <p:cNvSpPr/>
            <p:nvPr/>
          </p:nvSpPr>
          <p:spPr>
            <a:xfrm>
              <a:off x="0" y="12931027"/>
              <a:ext cx="17049934" cy="461367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https://www.satnow.com/community/what-is-a-payload-mass-of-a-satellite-bus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plotné rozdiely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Teplotné rozdiely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adiácia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Radiácia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Údržba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Údržba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pracovanie dát priamo na zariadení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Spracovanie dát priamo na zariadení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LB…"/>
          <p:cNvSpPr/>
          <p:nvPr/>
        </p:nvSpPr>
        <p:spPr>
          <a:xfrm>
            <a:off x="3003797" y="1909797"/>
            <a:ext cx="18376406" cy="9896406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9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CLB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5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(Configurable Logic Block)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"/>
          <p:cNvSpPr/>
          <p:nvPr/>
        </p:nvSpPr>
        <p:spPr>
          <a:xfrm>
            <a:off x="3003797" y="1909797"/>
            <a:ext cx="18376406" cy="9896406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9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0" name="Rectangle"/>
          <p:cNvSpPr/>
          <p:nvPr/>
        </p:nvSpPr>
        <p:spPr>
          <a:xfrm>
            <a:off x="5178870" y="3288077"/>
            <a:ext cx="2870685" cy="6670471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1" name="Shape"/>
          <p:cNvSpPr/>
          <p:nvPr/>
        </p:nvSpPr>
        <p:spPr>
          <a:xfrm>
            <a:off x="18226861" y="3739574"/>
            <a:ext cx="1808485" cy="423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75" y="21600"/>
                </a:lnTo>
                <a:lnTo>
                  <a:pt x="21600" y="15951"/>
                </a:lnTo>
                <a:lnTo>
                  <a:pt x="21457" y="5945"/>
                </a:lnTo>
                <a:lnTo>
                  <a:pt x="0" y="0"/>
                </a:lnTo>
                <a:close/>
              </a:path>
            </a:pathLst>
          </a:cu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2" name="Line"/>
          <p:cNvSpPr/>
          <p:nvPr/>
        </p:nvSpPr>
        <p:spPr>
          <a:xfrm>
            <a:off x="15069602" y="6822587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3" name="Line"/>
          <p:cNvSpPr/>
          <p:nvPr/>
        </p:nvSpPr>
        <p:spPr>
          <a:xfrm>
            <a:off x="8025023" y="6822587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226" name="Group"/>
          <p:cNvGrpSpPr/>
          <p:nvPr/>
        </p:nvGrpSpPr>
        <p:grpSpPr>
          <a:xfrm>
            <a:off x="9741595" y="4995789"/>
            <a:ext cx="8504750" cy="1817271"/>
            <a:chOff x="0" y="0"/>
            <a:chExt cx="8504748" cy="1817270"/>
          </a:xfrm>
        </p:grpSpPr>
        <p:sp>
          <p:nvSpPr>
            <p:cNvPr id="224" name="Line"/>
            <p:cNvSpPr/>
            <p:nvPr/>
          </p:nvSpPr>
          <p:spPr>
            <a:xfrm flipV="1">
              <a:off x="16059" y="3139"/>
              <a:ext cx="1" cy="181413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25" name="Line"/>
            <p:cNvSpPr/>
            <p:nvPr/>
          </p:nvSpPr>
          <p:spPr>
            <a:xfrm>
              <a:off x="0" y="0"/>
              <a:ext cx="8504749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227" name="LUT Lookup Table"/>
          <p:cNvSpPr txBox="1"/>
          <p:nvPr/>
        </p:nvSpPr>
        <p:spPr>
          <a:xfrm>
            <a:off x="5153470" y="5560134"/>
            <a:ext cx="2921485" cy="212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/>
            <a:r>
              <a:rPr b="1"/>
              <a:t>LUT</a:t>
            </a:r>
            <a:br/>
            <a:r>
              <a:t>Lookup Table</a:t>
            </a:r>
          </a:p>
        </p:txBody>
      </p:sp>
      <p:sp>
        <p:nvSpPr>
          <p:cNvPr id="228" name="Multiplexer"/>
          <p:cNvSpPr txBox="1"/>
          <p:nvPr/>
        </p:nvSpPr>
        <p:spPr>
          <a:xfrm>
            <a:off x="16775169" y="8351254"/>
            <a:ext cx="4043730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30000"/>
              </a:lnSpc>
              <a:defRPr b="1"/>
            </a:lvl1pPr>
          </a:lstStyle>
          <a:p>
            <a:pPr/>
            <a:r>
              <a:t>Multiplexer</a:t>
            </a:r>
          </a:p>
        </p:txBody>
      </p:sp>
      <p:sp>
        <p:nvSpPr>
          <p:cNvPr id="229" name="Line"/>
          <p:cNvSpPr/>
          <p:nvPr/>
        </p:nvSpPr>
        <p:spPr>
          <a:xfrm>
            <a:off x="1925835" y="5495211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0" name="Line"/>
          <p:cNvSpPr/>
          <p:nvPr/>
        </p:nvSpPr>
        <p:spPr>
          <a:xfrm>
            <a:off x="1925835" y="6359033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1" name="Line"/>
          <p:cNvSpPr/>
          <p:nvPr/>
        </p:nvSpPr>
        <p:spPr>
          <a:xfrm>
            <a:off x="1925835" y="8340678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234" name="Group"/>
          <p:cNvGrpSpPr/>
          <p:nvPr/>
        </p:nvGrpSpPr>
        <p:grpSpPr>
          <a:xfrm>
            <a:off x="1925835" y="8043140"/>
            <a:ext cx="10434443" cy="2581265"/>
            <a:chOff x="0" y="0"/>
            <a:chExt cx="10434441" cy="2581264"/>
          </a:xfrm>
        </p:grpSpPr>
        <p:sp>
          <p:nvSpPr>
            <p:cNvPr id="232" name="Line"/>
            <p:cNvSpPr/>
            <p:nvPr/>
          </p:nvSpPr>
          <p:spPr>
            <a:xfrm>
              <a:off x="0" y="2554176"/>
              <a:ext cx="10434442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33" name="Line"/>
            <p:cNvSpPr/>
            <p:nvPr/>
          </p:nvSpPr>
          <p:spPr>
            <a:xfrm flipV="1">
              <a:off x="10430445" y="-1"/>
              <a:ext cx="1" cy="2581266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237" name="Group"/>
          <p:cNvGrpSpPr/>
          <p:nvPr/>
        </p:nvGrpSpPr>
        <p:grpSpPr>
          <a:xfrm>
            <a:off x="1902366" y="7979998"/>
            <a:ext cx="11528774" cy="2993911"/>
            <a:chOff x="0" y="0"/>
            <a:chExt cx="11528773" cy="2993909"/>
          </a:xfrm>
        </p:grpSpPr>
        <p:sp>
          <p:nvSpPr>
            <p:cNvPr id="235" name="Line"/>
            <p:cNvSpPr/>
            <p:nvPr/>
          </p:nvSpPr>
          <p:spPr>
            <a:xfrm>
              <a:off x="0" y="2988393"/>
              <a:ext cx="11528774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36" name="Line"/>
            <p:cNvSpPr/>
            <p:nvPr/>
          </p:nvSpPr>
          <p:spPr>
            <a:xfrm flipV="1">
              <a:off x="11498035" y="0"/>
              <a:ext cx="1" cy="299391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238" name="Line"/>
          <p:cNvSpPr/>
          <p:nvPr/>
        </p:nvSpPr>
        <p:spPr>
          <a:xfrm>
            <a:off x="20006406" y="5857209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9" name="Line"/>
          <p:cNvSpPr/>
          <p:nvPr/>
        </p:nvSpPr>
        <p:spPr>
          <a:xfrm>
            <a:off x="2052835" y="7349856"/>
            <a:ext cx="323539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0" name="A"/>
          <p:cNvSpPr txBox="1"/>
          <p:nvPr/>
        </p:nvSpPr>
        <p:spPr>
          <a:xfrm>
            <a:off x="1041672" y="4963995"/>
            <a:ext cx="50932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  <p:sp>
        <p:nvSpPr>
          <p:cNvPr id="241" name="B"/>
          <p:cNvSpPr txBox="1"/>
          <p:nvPr/>
        </p:nvSpPr>
        <p:spPr>
          <a:xfrm>
            <a:off x="1041672" y="5918986"/>
            <a:ext cx="53187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  <p:sp>
        <p:nvSpPr>
          <p:cNvPr id="242" name="C"/>
          <p:cNvSpPr txBox="1"/>
          <p:nvPr/>
        </p:nvSpPr>
        <p:spPr>
          <a:xfrm>
            <a:off x="1041672" y="6872360"/>
            <a:ext cx="5544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</a:t>
            </a:r>
          </a:p>
        </p:txBody>
      </p:sp>
      <p:sp>
        <p:nvSpPr>
          <p:cNvPr id="243" name="D"/>
          <p:cNvSpPr txBox="1"/>
          <p:nvPr/>
        </p:nvSpPr>
        <p:spPr>
          <a:xfrm>
            <a:off x="1041672" y="7825733"/>
            <a:ext cx="54346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</a:t>
            </a:r>
          </a:p>
        </p:txBody>
      </p:sp>
      <p:sp>
        <p:nvSpPr>
          <p:cNvPr id="244" name="CLK"/>
          <p:cNvSpPr txBox="1"/>
          <p:nvPr/>
        </p:nvSpPr>
        <p:spPr>
          <a:xfrm>
            <a:off x="1047159" y="9732481"/>
            <a:ext cx="129997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CLK</a:t>
            </a:r>
          </a:p>
        </p:txBody>
      </p:sp>
      <p:sp>
        <p:nvSpPr>
          <p:cNvPr id="245" name="RST"/>
          <p:cNvSpPr txBox="1"/>
          <p:nvPr/>
        </p:nvSpPr>
        <p:spPr>
          <a:xfrm>
            <a:off x="1047159" y="10981054"/>
            <a:ext cx="12768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RST</a:t>
            </a:r>
          </a:p>
        </p:txBody>
      </p:sp>
      <p:sp>
        <p:nvSpPr>
          <p:cNvPr id="246" name="OUT"/>
          <p:cNvSpPr txBox="1"/>
          <p:nvPr/>
        </p:nvSpPr>
        <p:spPr>
          <a:xfrm>
            <a:off x="22060033" y="4963995"/>
            <a:ext cx="13676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OUT</a:t>
            </a:r>
          </a:p>
        </p:txBody>
      </p:sp>
      <p:sp>
        <p:nvSpPr>
          <p:cNvPr id="247" name="Rectangle"/>
          <p:cNvSpPr/>
          <p:nvPr/>
        </p:nvSpPr>
        <p:spPr>
          <a:xfrm>
            <a:off x="11216486" y="5626625"/>
            <a:ext cx="3843374" cy="2391925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FF…"/>
          <p:cNvSpPr txBox="1"/>
          <p:nvPr/>
        </p:nvSpPr>
        <p:spPr>
          <a:xfrm>
            <a:off x="11677430" y="6015942"/>
            <a:ext cx="2921485" cy="161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30000"/>
              </a:lnSpc>
              <a:defRPr b="1"/>
            </a:pPr>
            <a:r>
              <a:t>FF </a:t>
            </a:r>
          </a:p>
          <a:p>
            <a:pPr algn="ctr">
              <a:lnSpc>
                <a:spcPct val="30000"/>
              </a:lnSpc>
            </a:pPr>
            <a:r>
              <a:t>Flip-flop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Table 1"/>
          <p:cNvGraphicFramePr/>
          <p:nvPr/>
        </p:nvGraphicFramePr>
        <p:xfrm>
          <a:off x="7468547" y="2304761"/>
          <a:ext cx="9459606" cy="365753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889381"/>
                <a:gridCol w="1889381"/>
                <a:gridCol w="1889381"/>
                <a:gridCol w="1889381"/>
                <a:gridCol w="1889381"/>
              </a:tblGrid>
              <a:tr h="121494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B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C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OUT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  <a:tr h="1214943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  <a:tr h="1214943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1" name="Table 2"/>
          <p:cNvGraphicFramePr/>
          <p:nvPr/>
        </p:nvGraphicFramePr>
        <p:xfrm>
          <a:off x="7468547" y="8455042"/>
          <a:ext cx="9459606" cy="25629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89381"/>
                <a:gridCol w="1889381"/>
                <a:gridCol w="1889381"/>
                <a:gridCol w="1889381"/>
                <a:gridCol w="1889381"/>
              </a:tblGrid>
              <a:tr h="127512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  <a:tr h="1275125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sp>
        <p:nvSpPr>
          <p:cNvPr id="252" name=".…"/>
          <p:cNvSpPr txBox="1"/>
          <p:nvPr/>
        </p:nvSpPr>
        <p:spPr>
          <a:xfrm>
            <a:off x="12062472" y="6196150"/>
            <a:ext cx="259056" cy="2018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0000"/>
              </a:lnSpc>
              <a:defRPr b="1" sz="4100"/>
            </a:pPr>
            <a:r>
              <a:t>.</a:t>
            </a:r>
          </a:p>
          <a:p>
            <a:pPr algn="ctr">
              <a:lnSpc>
                <a:spcPct val="10000"/>
              </a:lnSpc>
              <a:defRPr b="1" sz="4100"/>
            </a:pPr>
            <a:r>
              <a:t>.</a:t>
            </a:r>
          </a:p>
          <a:p>
            <a:pPr algn="ctr">
              <a:lnSpc>
                <a:spcPct val="10000"/>
              </a:lnSpc>
              <a:defRPr b="1" sz="4100"/>
            </a:pPr>
            <a:r>
              <a:t>.</a:t>
            </a:r>
          </a:p>
        </p:txBody>
      </p:sp>
      <p:sp>
        <p:nvSpPr>
          <p:cNvPr id="253" name="LUT"/>
          <p:cNvSpPr txBox="1"/>
          <p:nvPr/>
        </p:nvSpPr>
        <p:spPr>
          <a:xfrm>
            <a:off x="11542014" y="1002998"/>
            <a:ext cx="1299973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LUT</a:t>
            </a:r>
          </a:p>
        </p:txBody>
      </p:sp>
      <p:sp>
        <p:nvSpPr>
          <p:cNvPr id="254" name="Rectangle"/>
          <p:cNvSpPr/>
          <p:nvPr/>
        </p:nvSpPr>
        <p:spPr>
          <a:xfrm>
            <a:off x="6896670" y="331018"/>
            <a:ext cx="10590660" cy="13053964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roup"/>
          <p:cNvGrpSpPr/>
          <p:nvPr/>
        </p:nvGrpSpPr>
        <p:grpSpPr>
          <a:xfrm>
            <a:off x="3003797" y="1909797"/>
            <a:ext cx="18376406" cy="9896406"/>
            <a:chOff x="0" y="0"/>
            <a:chExt cx="18376405" cy="9896405"/>
          </a:xfrm>
        </p:grpSpPr>
        <p:sp>
          <p:nvSpPr>
            <p:cNvPr id="256" name="Rectangle"/>
            <p:cNvSpPr/>
            <p:nvPr/>
          </p:nvSpPr>
          <p:spPr>
            <a:xfrm>
              <a:off x="0" y="0"/>
              <a:ext cx="18376406" cy="9896406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9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pic>
          <p:nvPicPr>
            <p:cNvPr id="257" name="logic_gates-2.svg" descr="logic_gates-2.sv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635737" y="1129586"/>
              <a:ext cx="17104932" cy="8033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mph" nodeType="clickEffect" presetSubtype="0" presetID="6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58"/>
                                        </p:tgtEl>
                                      </p:cBhvr>
                                      <p:by x="62368" y="62368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roup"/>
          <p:cNvGrpSpPr/>
          <p:nvPr/>
        </p:nvGrpSpPr>
        <p:grpSpPr>
          <a:xfrm>
            <a:off x="3413453" y="1326225"/>
            <a:ext cx="1503579" cy="10002735"/>
            <a:chOff x="0" y="0"/>
            <a:chExt cx="1503578" cy="10002733"/>
          </a:xfrm>
        </p:grpSpPr>
        <p:sp>
          <p:nvSpPr>
            <p:cNvPr id="260" name="Input"/>
            <p:cNvSpPr txBox="1"/>
            <p:nvPr/>
          </p:nvSpPr>
          <p:spPr>
            <a:xfrm>
              <a:off x="0" y="0"/>
              <a:ext cx="1503579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</a:defRPr>
              </a:lvl1pPr>
            </a:lstStyle>
            <a:p>
              <a:pPr/>
              <a:r>
                <a:t>Input</a:t>
              </a:r>
            </a:p>
          </p:txBody>
        </p:sp>
        <p:grpSp>
          <p:nvGrpSpPr>
            <p:cNvPr id="265" name="Group"/>
            <p:cNvGrpSpPr/>
            <p:nvPr/>
          </p:nvGrpSpPr>
          <p:grpSpPr>
            <a:xfrm>
              <a:off x="56711" y="1187815"/>
              <a:ext cx="1390156" cy="8814919"/>
              <a:chOff x="0" y="0"/>
              <a:chExt cx="1390154" cy="8814918"/>
            </a:xfrm>
          </p:grpSpPr>
          <p:sp>
            <p:nvSpPr>
              <p:cNvPr id="261" name="Line"/>
              <p:cNvSpPr/>
              <p:nvPr/>
            </p:nvSpPr>
            <p:spPr>
              <a:xfrm flipV="1">
                <a:off x="-1" y="0"/>
                <a:ext cx="2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62" name="Line"/>
              <p:cNvSpPr/>
              <p:nvPr/>
            </p:nvSpPr>
            <p:spPr>
              <a:xfrm flipV="1">
                <a:off x="463384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63" name="Line"/>
              <p:cNvSpPr/>
              <p:nvPr/>
            </p:nvSpPr>
            <p:spPr>
              <a:xfrm flipV="1">
                <a:off x="926770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64" name="Line"/>
              <p:cNvSpPr/>
              <p:nvPr/>
            </p:nvSpPr>
            <p:spPr>
              <a:xfrm flipV="1">
                <a:off x="1390154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272" name="Group"/>
          <p:cNvGrpSpPr/>
          <p:nvPr/>
        </p:nvGrpSpPr>
        <p:grpSpPr>
          <a:xfrm>
            <a:off x="19208812" y="1389725"/>
            <a:ext cx="2001012" cy="9875735"/>
            <a:chOff x="0" y="0"/>
            <a:chExt cx="2001011" cy="9875734"/>
          </a:xfrm>
        </p:grpSpPr>
        <p:sp>
          <p:nvSpPr>
            <p:cNvPr id="267" name="Line"/>
            <p:cNvSpPr/>
            <p:nvPr/>
          </p:nvSpPr>
          <p:spPr>
            <a:xfrm flipV="1">
              <a:off x="296255" y="1060815"/>
              <a:ext cx="1" cy="8814920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68" name="Line"/>
            <p:cNvSpPr/>
            <p:nvPr/>
          </p:nvSpPr>
          <p:spPr>
            <a:xfrm flipV="1">
              <a:off x="759640" y="1060815"/>
              <a:ext cx="1" cy="8814920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69" name="Line"/>
            <p:cNvSpPr/>
            <p:nvPr/>
          </p:nvSpPr>
          <p:spPr>
            <a:xfrm flipV="1">
              <a:off x="1223025" y="1060815"/>
              <a:ext cx="1" cy="8814920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0" name="Line"/>
            <p:cNvSpPr/>
            <p:nvPr/>
          </p:nvSpPr>
          <p:spPr>
            <a:xfrm flipV="1">
              <a:off x="1686409" y="1060815"/>
              <a:ext cx="1" cy="8814920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1" name="Output"/>
            <p:cNvSpPr txBox="1"/>
            <p:nvPr/>
          </p:nvSpPr>
          <p:spPr>
            <a:xfrm>
              <a:off x="0" y="0"/>
              <a:ext cx="2001012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Output</a:t>
              </a:r>
            </a:p>
          </p:txBody>
        </p:sp>
      </p:grpSp>
      <p:sp>
        <p:nvSpPr>
          <p:cNvPr id="273" name="Rectangle"/>
          <p:cNvSpPr/>
          <p:nvPr/>
        </p:nvSpPr>
        <p:spPr>
          <a:xfrm>
            <a:off x="6461492" y="3771900"/>
            <a:ext cx="11461016" cy="6172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9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74" name="logic_gates-2.svg" descr="logic_gates-2.svg"/>
          <p:cNvPicPr>
            <a:picLocks noChangeAspect="1"/>
          </p:cNvPicPr>
          <p:nvPr/>
        </p:nvPicPr>
        <p:blipFill>
          <a:blip r:embed="rId2">
            <a:extLst/>
          </a:blip>
          <a:srcRect l="0" t="0" r="78954" b="54945"/>
          <a:stretch>
            <a:fillRect/>
          </a:stretch>
        </p:blipFill>
        <p:spPr>
          <a:xfrm>
            <a:off x="10353963" y="5484585"/>
            <a:ext cx="3676074" cy="369603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9" name="Group"/>
          <p:cNvGrpSpPr/>
          <p:nvPr/>
        </p:nvGrpSpPr>
        <p:grpSpPr>
          <a:xfrm>
            <a:off x="3446328" y="6219134"/>
            <a:ext cx="3038064" cy="1417448"/>
            <a:chOff x="76199" y="0"/>
            <a:chExt cx="3038063" cy="1417446"/>
          </a:xfrm>
        </p:grpSpPr>
        <p:sp>
          <p:nvSpPr>
            <p:cNvPr id="275" name="Line"/>
            <p:cNvSpPr/>
            <p:nvPr/>
          </p:nvSpPr>
          <p:spPr>
            <a:xfrm>
              <a:off x="1482838" y="0"/>
              <a:ext cx="1620462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" name="Line"/>
            <p:cNvSpPr/>
            <p:nvPr/>
          </p:nvSpPr>
          <p:spPr>
            <a:xfrm>
              <a:off x="1007914" y="472482"/>
              <a:ext cx="2097075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" name="Line"/>
            <p:cNvSpPr/>
            <p:nvPr/>
          </p:nvSpPr>
          <p:spPr>
            <a:xfrm>
              <a:off x="563390" y="944964"/>
              <a:ext cx="2538872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" name="Line"/>
            <p:cNvSpPr/>
            <p:nvPr/>
          </p:nvSpPr>
          <p:spPr>
            <a:xfrm>
              <a:off x="76200" y="1417446"/>
              <a:ext cx="3038064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284" name="Group"/>
          <p:cNvGrpSpPr/>
          <p:nvPr/>
        </p:nvGrpSpPr>
        <p:grpSpPr>
          <a:xfrm>
            <a:off x="17899608" y="6149276"/>
            <a:ext cx="3047338" cy="1417448"/>
            <a:chOff x="76199" y="0"/>
            <a:chExt cx="3047337" cy="1417446"/>
          </a:xfrm>
        </p:grpSpPr>
        <p:sp>
          <p:nvSpPr>
            <p:cNvPr id="280" name="Line"/>
            <p:cNvSpPr/>
            <p:nvPr/>
          </p:nvSpPr>
          <p:spPr>
            <a:xfrm>
              <a:off x="97952" y="0"/>
              <a:ext cx="1620462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" name="Line"/>
            <p:cNvSpPr/>
            <p:nvPr/>
          </p:nvSpPr>
          <p:spPr>
            <a:xfrm>
              <a:off x="76199" y="472482"/>
              <a:ext cx="20970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" name="Line"/>
            <p:cNvSpPr/>
            <p:nvPr/>
          </p:nvSpPr>
          <p:spPr>
            <a:xfrm>
              <a:off x="76199" y="944964"/>
              <a:ext cx="2538872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" name="Line"/>
            <p:cNvSpPr/>
            <p:nvPr/>
          </p:nvSpPr>
          <p:spPr>
            <a:xfrm>
              <a:off x="85473" y="1417446"/>
              <a:ext cx="3038065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293" name="Group"/>
          <p:cNvGrpSpPr/>
          <p:nvPr/>
        </p:nvGrpSpPr>
        <p:grpSpPr>
          <a:xfrm>
            <a:off x="3931647" y="2509558"/>
            <a:ext cx="6989835" cy="8836600"/>
            <a:chOff x="106298" y="0"/>
            <a:chExt cx="6989833" cy="8836599"/>
          </a:xfrm>
        </p:grpSpPr>
        <p:sp>
          <p:nvSpPr>
            <p:cNvPr id="285" name="Line"/>
            <p:cNvSpPr/>
            <p:nvPr/>
          </p:nvSpPr>
          <p:spPr>
            <a:xfrm>
              <a:off x="2635703" y="3717999"/>
              <a:ext cx="4455953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" name="Line"/>
            <p:cNvSpPr/>
            <p:nvPr/>
          </p:nvSpPr>
          <p:spPr>
            <a:xfrm>
              <a:off x="2640863" y="4637668"/>
              <a:ext cx="2925251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" name="Line"/>
            <p:cNvSpPr/>
            <p:nvPr/>
          </p:nvSpPr>
          <p:spPr>
            <a:xfrm flipH="1">
              <a:off x="5552359" y="5008424"/>
              <a:ext cx="1543773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8" name="Line"/>
            <p:cNvSpPr/>
            <p:nvPr/>
          </p:nvSpPr>
          <p:spPr>
            <a:xfrm>
              <a:off x="5526543" y="4631371"/>
              <a:ext cx="1" cy="416914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9" name="Line"/>
            <p:cNvSpPr/>
            <p:nvPr/>
          </p:nvSpPr>
          <p:spPr>
            <a:xfrm>
              <a:off x="1037061" y="3717999"/>
              <a:ext cx="1698182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0" name="Line"/>
            <p:cNvSpPr/>
            <p:nvPr/>
          </p:nvSpPr>
          <p:spPr>
            <a:xfrm>
              <a:off x="114300" y="4661429"/>
              <a:ext cx="2632823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1" name="Line"/>
            <p:cNvSpPr/>
            <p:nvPr/>
          </p:nvSpPr>
          <p:spPr>
            <a:xfrm flipH="1">
              <a:off x="1034015" y="0"/>
              <a:ext cx="1" cy="8836600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2" name="Line"/>
            <p:cNvSpPr/>
            <p:nvPr/>
          </p:nvSpPr>
          <p:spPr>
            <a:xfrm flipH="1">
              <a:off x="106298" y="0"/>
              <a:ext cx="1" cy="8836600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299" name="Group"/>
          <p:cNvGrpSpPr/>
          <p:nvPr/>
        </p:nvGrpSpPr>
        <p:grpSpPr>
          <a:xfrm>
            <a:off x="13522610" y="2449424"/>
            <a:ext cx="7403737" cy="8817152"/>
            <a:chOff x="114300" y="0"/>
            <a:chExt cx="7403736" cy="8817150"/>
          </a:xfrm>
        </p:grpSpPr>
        <p:sp>
          <p:nvSpPr>
            <p:cNvPr id="294" name="Line"/>
            <p:cNvSpPr/>
            <p:nvPr/>
          </p:nvSpPr>
          <p:spPr>
            <a:xfrm>
              <a:off x="114300" y="4408575"/>
              <a:ext cx="2247992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5" name="Line"/>
            <p:cNvSpPr/>
            <p:nvPr/>
          </p:nvSpPr>
          <p:spPr>
            <a:xfrm flipH="1">
              <a:off x="2336170" y="5113581"/>
              <a:ext cx="2176194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6" name="Line"/>
            <p:cNvSpPr/>
            <p:nvPr/>
          </p:nvSpPr>
          <p:spPr>
            <a:xfrm>
              <a:off x="2359770" y="4375849"/>
              <a:ext cx="1" cy="767653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7" name="Line"/>
            <p:cNvSpPr/>
            <p:nvPr/>
          </p:nvSpPr>
          <p:spPr>
            <a:xfrm flipH="1" flipV="1">
              <a:off x="4583593" y="5113581"/>
              <a:ext cx="2934444" cy="1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98" name="Line"/>
            <p:cNvSpPr/>
            <p:nvPr/>
          </p:nvSpPr>
          <p:spPr>
            <a:xfrm flipV="1">
              <a:off x="7484383" y="-1"/>
              <a:ext cx="1" cy="8817152"/>
            </a:xfrm>
            <a:prstGeom prst="line">
              <a:avLst/>
            </a:prstGeom>
            <a:noFill/>
            <a:ln w="762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4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xit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6" dur="400" fill="hold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Class="exit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0" dur="400" fill="hold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xit" nodeType="click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5" dur="400" fill="hold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6" grpId="1"/>
      <p:bldP build="whole" bldLvl="1" animBg="1" rev="0" advAuto="0" spid="293" grpId="5"/>
      <p:bldP build="whole" bldLvl="1" animBg="1" rev="0" advAuto="0" spid="293" grpId="7"/>
      <p:bldP build="whole" bldLvl="1" animBg="1" rev="0" advAuto="0" spid="272" grpId="2"/>
      <p:bldP build="whole" bldLvl="1" animBg="1" rev="0" advAuto="0" spid="299" grpId="6"/>
      <p:bldP build="whole" bldLvl="1" animBg="1" rev="0" advAuto="0" spid="284" grpId="4"/>
      <p:bldP build="whole" bldLvl="1" animBg="1" rev="0" advAuto="0" spid="299" grpId="8"/>
      <p:bldP build="whole" bldLvl="1" animBg="1" rev="0" advAuto="0" spid="274" grpId="9"/>
      <p:bldP build="whole" bldLvl="1" animBg="1" rev="0" advAuto="0" spid="279" grpId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"/>
          <p:cNvGrpSpPr/>
          <p:nvPr/>
        </p:nvGrpSpPr>
        <p:grpSpPr>
          <a:xfrm>
            <a:off x="19505068" y="2450540"/>
            <a:ext cx="1390155" cy="8814920"/>
            <a:chOff x="0" y="0"/>
            <a:chExt cx="1390153" cy="8814918"/>
          </a:xfrm>
        </p:grpSpPr>
        <p:sp>
          <p:nvSpPr>
            <p:cNvPr id="301" name="Line"/>
            <p:cNvSpPr/>
            <p:nvPr/>
          </p:nvSpPr>
          <p:spPr>
            <a:xfrm flipV="1">
              <a:off x="-1" y="0"/>
              <a:ext cx="2" cy="8814919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02" name="Line"/>
            <p:cNvSpPr/>
            <p:nvPr/>
          </p:nvSpPr>
          <p:spPr>
            <a:xfrm flipV="1">
              <a:off x="463384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03" name="Line"/>
            <p:cNvSpPr/>
            <p:nvPr/>
          </p:nvSpPr>
          <p:spPr>
            <a:xfrm flipV="1">
              <a:off x="926769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04" name="Line"/>
            <p:cNvSpPr/>
            <p:nvPr/>
          </p:nvSpPr>
          <p:spPr>
            <a:xfrm flipV="1">
              <a:off x="1390153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306" name="CLB"/>
          <p:cNvSpPr/>
          <p:nvPr/>
        </p:nvSpPr>
        <p:spPr>
          <a:xfrm>
            <a:off x="6461492" y="3771900"/>
            <a:ext cx="11461016" cy="6172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9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9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CLB</a:t>
            </a:r>
          </a:p>
        </p:txBody>
      </p:sp>
      <p:grpSp>
        <p:nvGrpSpPr>
          <p:cNvPr id="311" name="Group"/>
          <p:cNvGrpSpPr/>
          <p:nvPr/>
        </p:nvGrpSpPr>
        <p:grpSpPr>
          <a:xfrm>
            <a:off x="17878127" y="6149276"/>
            <a:ext cx="3047338" cy="1417448"/>
            <a:chOff x="76199" y="0"/>
            <a:chExt cx="3047337" cy="1417446"/>
          </a:xfrm>
        </p:grpSpPr>
        <p:sp>
          <p:nvSpPr>
            <p:cNvPr id="307" name="Line"/>
            <p:cNvSpPr/>
            <p:nvPr/>
          </p:nvSpPr>
          <p:spPr>
            <a:xfrm>
              <a:off x="97952" y="0"/>
              <a:ext cx="1620462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08" name="Line"/>
            <p:cNvSpPr/>
            <p:nvPr/>
          </p:nvSpPr>
          <p:spPr>
            <a:xfrm>
              <a:off x="76199" y="472482"/>
              <a:ext cx="20970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09" name="Line"/>
            <p:cNvSpPr/>
            <p:nvPr/>
          </p:nvSpPr>
          <p:spPr>
            <a:xfrm>
              <a:off x="76199" y="944964"/>
              <a:ext cx="2538872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10" name="Line"/>
            <p:cNvSpPr/>
            <p:nvPr/>
          </p:nvSpPr>
          <p:spPr>
            <a:xfrm>
              <a:off x="85473" y="1417446"/>
              <a:ext cx="3038065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316" name="Group"/>
          <p:cNvGrpSpPr/>
          <p:nvPr/>
        </p:nvGrpSpPr>
        <p:grpSpPr>
          <a:xfrm>
            <a:off x="3444442" y="6212776"/>
            <a:ext cx="3038065" cy="1417448"/>
            <a:chOff x="76199" y="0"/>
            <a:chExt cx="3038063" cy="1417446"/>
          </a:xfrm>
        </p:grpSpPr>
        <p:sp>
          <p:nvSpPr>
            <p:cNvPr id="312" name="Line"/>
            <p:cNvSpPr/>
            <p:nvPr/>
          </p:nvSpPr>
          <p:spPr>
            <a:xfrm>
              <a:off x="1482838" y="0"/>
              <a:ext cx="1620462" cy="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13" name="Line"/>
            <p:cNvSpPr/>
            <p:nvPr/>
          </p:nvSpPr>
          <p:spPr>
            <a:xfrm>
              <a:off x="1007914" y="472482"/>
              <a:ext cx="2097075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14" name="Line"/>
            <p:cNvSpPr/>
            <p:nvPr/>
          </p:nvSpPr>
          <p:spPr>
            <a:xfrm>
              <a:off x="563390" y="944964"/>
              <a:ext cx="2538872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15" name="Line"/>
            <p:cNvSpPr/>
            <p:nvPr/>
          </p:nvSpPr>
          <p:spPr>
            <a:xfrm>
              <a:off x="76200" y="1417446"/>
              <a:ext cx="3038064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337" name="Group"/>
          <p:cNvGrpSpPr/>
          <p:nvPr/>
        </p:nvGrpSpPr>
        <p:grpSpPr>
          <a:xfrm>
            <a:off x="5323288" y="609207"/>
            <a:ext cx="13847546" cy="12504681"/>
            <a:chOff x="0" y="76200"/>
            <a:chExt cx="13847545" cy="12504679"/>
          </a:xfrm>
        </p:grpSpPr>
        <p:grpSp>
          <p:nvGrpSpPr>
            <p:cNvPr id="321" name="Group"/>
            <p:cNvGrpSpPr/>
            <p:nvPr/>
          </p:nvGrpSpPr>
          <p:grpSpPr>
            <a:xfrm rot="16200000">
              <a:off x="6073109" y="-5986757"/>
              <a:ext cx="1390156" cy="13536374"/>
              <a:chOff x="0" y="0"/>
              <a:chExt cx="1390154" cy="13536373"/>
            </a:xfrm>
          </p:grpSpPr>
          <p:sp>
            <p:nvSpPr>
              <p:cNvPr id="317" name="Line"/>
              <p:cNvSpPr/>
              <p:nvPr/>
            </p:nvSpPr>
            <p:spPr>
              <a:xfrm flipV="1">
                <a:off x="-1" y="0"/>
                <a:ext cx="2" cy="13536374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8" name="Line"/>
              <p:cNvSpPr/>
              <p:nvPr/>
            </p:nvSpPr>
            <p:spPr>
              <a:xfrm flipV="1">
                <a:off x="463384" y="0"/>
                <a:ext cx="1" cy="13536374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" name="Line"/>
              <p:cNvSpPr/>
              <p:nvPr/>
            </p:nvSpPr>
            <p:spPr>
              <a:xfrm flipV="1">
                <a:off x="926770" y="0"/>
                <a:ext cx="1" cy="13536374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0" name="Line"/>
              <p:cNvSpPr/>
              <p:nvPr/>
            </p:nvSpPr>
            <p:spPr>
              <a:xfrm flipV="1">
                <a:off x="1390154" y="0"/>
                <a:ext cx="1" cy="13536374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 rot="16200000">
              <a:off x="6228696" y="4944781"/>
              <a:ext cx="1390155" cy="13847547"/>
              <a:chOff x="0" y="0"/>
              <a:chExt cx="1390153" cy="13847545"/>
            </a:xfrm>
          </p:grpSpPr>
          <p:sp>
            <p:nvSpPr>
              <p:cNvPr id="322" name="Line"/>
              <p:cNvSpPr/>
              <p:nvPr/>
            </p:nvSpPr>
            <p:spPr>
              <a:xfrm flipV="1">
                <a:off x="-1" y="0"/>
                <a:ext cx="2" cy="13847546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" name="Line"/>
              <p:cNvSpPr/>
              <p:nvPr/>
            </p:nvSpPr>
            <p:spPr>
              <a:xfrm flipV="1">
                <a:off x="463384" y="0"/>
                <a:ext cx="1" cy="13847546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" name="Line"/>
              <p:cNvSpPr/>
              <p:nvPr/>
            </p:nvSpPr>
            <p:spPr>
              <a:xfrm flipV="1">
                <a:off x="926769" y="0"/>
                <a:ext cx="1" cy="13847546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" name="Line"/>
              <p:cNvSpPr/>
              <p:nvPr/>
            </p:nvSpPr>
            <p:spPr>
              <a:xfrm flipV="1">
                <a:off x="1390153" y="0"/>
                <a:ext cx="1" cy="13847546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31" name="Group"/>
            <p:cNvGrpSpPr/>
            <p:nvPr/>
          </p:nvGrpSpPr>
          <p:grpSpPr>
            <a:xfrm flipH="1" rot="16200000">
              <a:off x="5331786" y="959462"/>
              <a:ext cx="3183973" cy="1417448"/>
              <a:chOff x="76200" y="0"/>
              <a:chExt cx="3183971" cy="1417446"/>
            </a:xfrm>
          </p:grpSpPr>
          <p:sp>
            <p:nvSpPr>
              <p:cNvPr id="327" name="Line"/>
              <p:cNvSpPr/>
              <p:nvPr/>
            </p:nvSpPr>
            <p:spPr>
              <a:xfrm flipV="1">
                <a:off x="1547168" y="-1"/>
                <a:ext cx="1701540" cy="2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8" name="Line"/>
              <p:cNvSpPr/>
              <p:nvPr/>
            </p:nvSpPr>
            <p:spPr>
              <a:xfrm>
                <a:off x="1050524" y="472482"/>
                <a:ext cx="2199950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9" name="Line"/>
              <p:cNvSpPr/>
              <p:nvPr/>
            </p:nvSpPr>
            <p:spPr>
              <a:xfrm>
                <a:off x="585671" y="944964"/>
                <a:ext cx="2661951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0" name="Line"/>
              <p:cNvSpPr/>
              <p:nvPr/>
            </p:nvSpPr>
            <p:spPr>
              <a:xfrm>
                <a:off x="76200" y="1417446"/>
                <a:ext cx="3183972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36" name="Group"/>
            <p:cNvGrpSpPr/>
            <p:nvPr/>
          </p:nvGrpSpPr>
          <p:grpSpPr>
            <a:xfrm rot="16200000">
              <a:off x="5331787" y="10280170"/>
              <a:ext cx="3183973" cy="1417447"/>
              <a:chOff x="76200" y="0"/>
              <a:chExt cx="3183971" cy="1417446"/>
            </a:xfrm>
          </p:grpSpPr>
          <p:sp>
            <p:nvSpPr>
              <p:cNvPr id="332" name="Line"/>
              <p:cNvSpPr/>
              <p:nvPr/>
            </p:nvSpPr>
            <p:spPr>
              <a:xfrm flipV="1">
                <a:off x="1547168" y="-1"/>
                <a:ext cx="1701540" cy="2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3" name="Line"/>
              <p:cNvSpPr/>
              <p:nvPr/>
            </p:nvSpPr>
            <p:spPr>
              <a:xfrm>
                <a:off x="1050524" y="472482"/>
                <a:ext cx="2199950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" name="Line"/>
              <p:cNvSpPr/>
              <p:nvPr/>
            </p:nvSpPr>
            <p:spPr>
              <a:xfrm>
                <a:off x="585671" y="944964"/>
                <a:ext cx="2661951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5" name="Line"/>
              <p:cNvSpPr/>
              <p:nvPr/>
            </p:nvSpPr>
            <p:spPr>
              <a:xfrm>
                <a:off x="76200" y="1417446"/>
                <a:ext cx="3183972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342" name="Group"/>
          <p:cNvGrpSpPr/>
          <p:nvPr/>
        </p:nvGrpSpPr>
        <p:grpSpPr>
          <a:xfrm>
            <a:off x="3470164" y="2514040"/>
            <a:ext cx="1390156" cy="8814920"/>
            <a:chOff x="0" y="0"/>
            <a:chExt cx="1390154" cy="8814918"/>
          </a:xfrm>
        </p:grpSpPr>
        <p:sp>
          <p:nvSpPr>
            <p:cNvPr id="338" name="Line"/>
            <p:cNvSpPr/>
            <p:nvPr/>
          </p:nvSpPr>
          <p:spPr>
            <a:xfrm flipV="1">
              <a:off x="-1" y="0"/>
              <a:ext cx="2" cy="8814919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39" name="Line"/>
            <p:cNvSpPr/>
            <p:nvPr/>
          </p:nvSpPr>
          <p:spPr>
            <a:xfrm flipV="1">
              <a:off x="463384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0" name="Line"/>
            <p:cNvSpPr/>
            <p:nvPr/>
          </p:nvSpPr>
          <p:spPr>
            <a:xfrm flipV="1">
              <a:off x="926770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1" name="Line"/>
            <p:cNvSpPr/>
            <p:nvPr/>
          </p:nvSpPr>
          <p:spPr>
            <a:xfrm flipV="1">
              <a:off x="1390154" y="0"/>
              <a:ext cx="1" cy="8814919"/>
            </a:xfrm>
            <a:prstGeom prst="line">
              <a:avLst/>
            </a:prstGeom>
            <a:noFill/>
            <a:ln w="762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347" name="Group"/>
          <p:cNvGrpSpPr/>
          <p:nvPr/>
        </p:nvGrpSpPr>
        <p:grpSpPr>
          <a:xfrm>
            <a:off x="2852392" y="166139"/>
            <a:ext cx="18660605" cy="13505425"/>
            <a:chOff x="0" y="0"/>
            <a:chExt cx="18660603" cy="13505422"/>
          </a:xfrm>
        </p:grpSpPr>
        <p:sp>
          <p:nvSpPr>
            <p:cNvPr id="343" name="SB"/>
            <p:cNvSpPr/>
            <p:nvPr/>
          </p:nvSpPr>
          <p:spPr>
            <a:xfrm>
              <a:off x="16034903" y="0"/>
              <a:ext cx="2625701" cy="2540000"/>
            </a:xfrm>
            <a:prstGeom prst="rect">
              <a:avLst/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344" name="SB"/>
            <p:cNvSpPr/>
            <p:nvPr/>
          </p:nvSpPr>
          <p:spPr>
            <a:xfrm>
              <a:off x="16034903" y="10965422"/>
              <a:ext cx="2625701" cy="2540001"/>
            </a:xfrm>
            <a:prstGeom prst="rect">
              <a:avLst/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345" name="SB"/>
            <p:cNvSpPr/>
            <p:nvPr/>
          </p:nvSpPr>
          <p:spPr>
            <a:xfrm>
              <a:off x="128734" y="0"/>
              <a:ext cx="2625701" cy="2540000"/>
            </a:xfrm>
            <a:prstGeom prst="rect">
              <a:avLst/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346" name="SB"/>
            <p:cNvSpPr/>
            <p:nvPr/>
          </p:nvSpPr>
          <p:spPr>
            <a:xfrm>
              <a:off x="0" y="10965422"/>
              <a:ext cx="2625701" cy="2540001"/>
            </a:xfrm>
            <a:prstGeom prst="rect">
              <a:avLst/>
            </a:prstGeom>
            <a:solidFill>
              <a:srgbClr val="FFFFFF"/>
            </a:solidFill>
            <a:ln w="762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7" grpId="2"/>
      <p:bldP build="whole" bldLvl="1" animBg="1" rev="0" advAuto="0" spid="33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roup"/>
          <p:cNvGrpSpPr/>
          <p:nvPr/>
        </p:nvGrpSpPr>
        <p:grpSpPr>
          <a:xfrm>
            <a:off x="2852392" y="166139"/>
            <a:ext cx="18660605" cy="13505425"/>
            <a:chOff x="0" y="0"/>
            <a:chExt cx="18660603" cy="13505423"/>
          </a:xfrm>
        </p:grpSpPr>
        <p:grpSp>
          <p:nvGrpSpPr>
            <p:cNvPr id="353" name="Group"/>
            <p:cNvGrpSpPr/>
            <p:nvPr/>
          </p:nvGrpSpPr>
          <p:grpSpPr>
            <a:xfrm>
              <a:off x="16652676" y="2284400"/>
              <a:ext cx="1390155" cy="8814920"/>
              <a:chOff x="0" y="0"/>
              <a:chExt cx="1390153" cy="8814918"/>
            </a:xfrm>
          </p:grpSpPr>
          <p:sp>
            <p:nvSpPr>
              <p:cNvPr id="349" name="Line"/>
              <p:cNvSpPr/>
              <p:nvPr/>
            </p:nvSpPr>
            <p:spPr>
              <a:xfrm flipV="1">
                <a:off x="-1" y="0"/>
                <a:ext cx="2" cy="8814919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0" name="Line"/>
              <p:cNvSpPr/>
              <p:nvPr/>
            </p:nvSpPr>
            <p:spPr>
              <a:xfrm flipV="1">
                <a:off x="463384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1" name="Line"/>
              <p:cNvSpPr/>
              <p:nvPr/>
            </p:nvSpPr>
            <p:spPr>
              <a:xfrm flipV="1">
                <a:off x="926769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2" name="Line"/>
              <p:cNvSpPr/>
              <p:nvPr/>
            </p:nvSpPr>
            <p:spPr>
              <a:xfrm flipV="1">
                <a:off x="1390153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5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354" name="CLB"/>
            <p:cNvSpPr/>
            <p:nvPr/>
          </p:nvSpPr>
          <p:spPr>
            <a:xfrm>
              <a:off x="3609099" y="3605760"/>
              <a:ext cx="11461017" cy="6172201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9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9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CLB</a:t>
              </a:r>
            </a:p>
          </p:txBody>
        </p:sp>
        <p:grpSp>
          <p:nvGrpSpPr>
            <p:cNvPr id="359" name="Group"/>
            <p:cNvGrpSpPr/>
            <p:nvPr/>
          </p:nvGrpSpPr>
          <p:grpSpPr>
            <a:xfrm>
              <a:off x="15025735" y="5983136"/>
              <a:ext cx="3047338" cy="1417448"/>
              <a:chOff x="76199" y="0"/>
              <a:chExt cx="3047337" cy="1417446"/>
            </a:xfrm>
          </p:grpSpPr>
          <p:sp>
            <p:nvSpPr>
              <p:cNvPr id="355" name="Line"/>
              <p:cNvSpPr/>
              <p:nvPr/>
            </p:nvSpPr>
            <p:spPr>
              <a:xfrm>
                <a:off x="97952" y="0"/>
                <a:ext cx="1620462" cy="0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6" name="Line"/>
              <p:cNvSpPr/>
              <p:nvPr/>
            </p:nvSpPr>
            <p:spPr>
              <a:xfrm>
                <a:off x="76199" y="472482"/>
                <a:ext cx="2097076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7" name="Line"/>
              <p:cNvSpPr/>
              <p:nvPr/>
            </p:nvSpPr>
            <p:spPr>
              <a:xfrm>
                <a:off x="76199" y="944964"/>
                <a:ext cx="2538872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58" name="Line"/>
              <p:cNvSpPr/>
              <p:nvPr/>
            </p:nvSpPr>
            <p:spPr>
              <a:xfrm>
                <a:off x="85473" y="1417446"/>
                <a:ext cx="3038065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64" name="Group"/>
            <p:cNvGrpSpPr/>
            <p:nvPr/>
          </p:nvGrpSpPr>
          <p:grpSpPr>
            <a:xfrm>
              <a:off x="592050" y="6046636"/>
              <a:ext cx="3038064" cy="1417448"/>
              <a:chOff x="76199" y="0"/>
              <a:chExt cx="3038063" cy="1417446"/>
            </a:xfrm>
          </p:grpSpPr>
          <p:sp>
            <p:nvSpPr>
              <p:cNvPr id="360" name="Line"/>
              <p:cNvSpPr/>
              <p:nvPr/>
            </p:nvSpPr>
            <p:spPr>
              <a:xfrm>
                <a:off x="1482838" y="0"/>
                <a:ext cx="1620462" cy="0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61" name="Line"/>
              <p:cNvSpPr/>
              <p:nvPr/>
            </p:nvSpPr>
            <p:spPr>
              <a:xfrm>
                <a:off x="1007914" y="472482"/>
                <a:ext cx="2097075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62" name="Line"/>
              <p:cNvSpPr/>
              <p:nvPr/>
            </p:nvSpPr>
            <p:spPr>
              <a:xfrm>
                <a:off x="563390" y="944964"/>
                <a:ext cx="2538872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63" name="Line"/>
              <p:cNvSpPr/>
              <p:nvPr/>
            </p:nvSpPr>
            <p:spPr>
              <a:xfrm>
                <a:off x="76200" y="1417446"/>
                <a:ext cx="303806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85" name="Group"/>
            <p:cNvGrpSpPr/>
            <p:nvPr/>
          </p:nvGrpSpPr>
          <p:grpSpPr>
            <a:xfrm>
              <a:off x="2470895" y="443067"/>
              <a:ext cx="13847547" cy="12504681"/>
              <a:chOff x="0" y="76200"/>
              <a:chExt cx="13847545" cy="12504679"/>
            </a:xfrm>
          </p:grpSpPr>
          <p:grpSp>
            <p:nvGrpSpPr>
              <p:cNvPr id="369" name="Group"/>
              <p:cNvGrpSpPr/>
              <p:nvPr/>
            </p:nvGrpSpPr>
            <p:grpSpPr>
              <a:xfrm rot="16200000">
                <a:off x="6073109" y="-5986757"/>
                <a:ext cx="1390156" cy="13536374"/>
                <a:chOff x="0" y="0"/>
                <a:chExt cx="1390154" cy="13536373"/>
              </a:xfrm>
            </p:grpSpPr>
            <p:sp>
              <p:nvSpPr>
                <p:cNvPr id="365" name="Line"/>
                <p:cNvSpPr/>
                <p:nvPr/>
              </p:nvSpPr>
              <p:spPr>
                <a:xfrm flipV="1">
                  <a:off x="-1" y="0"/>
                  <a:ext cx="2" cy="13536374"/>
                </a:xfrm>
                <a:prstGeom prst="line">
                  <a:avLst/>
                </a:prstGeom>
                <a:noFill/>
                <a:ln w="762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6" name="Line"/>
                <p:cNvSpPr/>
                <p:nvPr/>
              </p:nvSpPr>
              <p:spPr>
                <a:xfrm flipV="1">
                  <a:off x="463384" y="0"/>
                  <a:ext cx="1" cy="13536374"/>
                </a:xfrm>
                <a:prstGeom prst="line">
                  <a:avLst/>
                </a:prstGeom>
                <a:noFill/>
                <a:ln w="762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7" name="Line"/>
                <p:cNvSpPr/>
                <p:nvPr/>
              </p:nvSpPr>
              <p:spPr>
                <a:xfrm flipV="1">
                  <a:off x="926770" y="0"/>
                  <a:ext cx="1" cy="13536374"/>
                </a:xfrm>
                <a:prstGeom prst="line">
                  <a:avLst/>
                </a:prstGeom>
                <a:noFill/>
                <a:ln w="762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68" name="Line"/>
                <p:cNvSpPr/>
                <p:nvPr/>
              </p:nvSpPr>
              <p:spPr>
                <a:xfrm flipV="1">
                  <a:off x="1390154" y="0"/>
                  <a:ext cx="1" cy="13536374"/>
                </a:xfrm>
                <a:prstGeom prst="line">
                  <a:avLst/>
                </a:prstGeom>
                <a:noFill/>
                <a:ln w="762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74" name="Group"/>
              <p:cNvGrpSpPr/>
              <p:nvPr/>
            </p:nvGrpSpPr>
            <p:grpSpPr>
              <a:xfrm rot="16200000">
                <a:off x="6228696" y="4944781"/>
                <a:ext cx="1390155" cy="13847547"/>
                <a:chOff x="0" y="0"/>
                <a:chExt cx="1390153" cy="13847545"/>
              </a:xfrm>
            </p:grpSpPr>
            <p:sp>
              <p:nvSpPr>
                <p:cNvPr id="370" name="Line"/>
                <p:cNvSpPr/>
                <p:nvPr/>
              </p:nvSpPr>
              <p:spPr>
                <a:xfrm flipV="1">
                  <a:off x="-1" y="0"/>
                  <a:ext cx="2" cy="13847546"/>
                </a:xfrm>
                <a:prstGeom prst="line">
                  <a:avLst/>
                </a:prstGeom>
                <a:noFill/>
                <a:ln w="76200" cap="flat">
                  <a:solidFill>
                    <a:schemeClr val="accent5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1" name="Line"/>
                <p:cNvSpPr/>
                <p:nvPr/>
              </p:nvSpPr>
              <p:spPr>
                <a:xfrm flipV="1">
                  <a:off x="463384" y="0"/>
                  <a:ext cx="1" cy="13847546"/>
                </a:xfrm>
                <a:prstGeom prst="line">
                  <a:avLst/>
                </a:prstGeom>
                <a:noFill/>
                <a:ln w="76200" cap="flat">
                  <a:solidFill>
                    <a:schemeClr val="accent5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2" name="Line"/>
                <p:cNvSpPr/>
                <p:nvPr/>
              </p:nvSpPr>
              <p:spPr>
                <a:xfrm flipV="1">
                  <a:off x="926769" y="0"/>
                  <a:ext cx="1" cy="13847546"/>
                </a:xfrm>
                <a:prstGeom prst="line">
                  <a:avLst/>
                </a:prstGeom>
                <a:noFill/>
                <a:ln w="76200" cap="flat">
                  <a:solidFill>
                    <a:schemeClr val="accent5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3" name="Line"/>
                <p:cNvSpPr/>
                <p:nvPr/>
              </p:nvSpPr>
              <p:spPr>
                <a:xfrm flipV="1">
                  <a:off x="1390153" y="0"/>
                  <a:ext cx="1" cy="13847546"/>
                </a:xfrm>
                <a:prstGeom prst="line">
                  <a:avLst/>
                </a:prstGeom>
                <a:noFill/>
                <a:ln w="76200" cap="flat">
                  <a:solidFill>
                    <a:schemeClr val="accent5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79" name="Group"/>
              <p:cNvGrpSpPr/>
              <p:nvPr/>
            </p:nvGrpSpPr>
            <p:grpSpPr>
              <a:xfrm flipH="1" rot="16200000">
                <a:off x="5331786" y="959462"/>
                <a:ext cx="3183973" cy="1417448"/>
                <a:chOff x="76200" y="0"/>
                <a:chExt cx="3183971" cy="1417446"/>
              </a:xfrm>
            </p:grpSpPr>
            <p:sp>
              <p:nvSpPr>
                <p:cNvPr id="375" name="Line"/>
                <p:cNvSpPr/>
                <p:nvPr/>
              </p:nvSpPr>
              <p:spPr>
                <a:xfrm flipV="1">
                  <a:off x="1547168" y="-1"/>
                  <a:ext cx="1701540" cy="2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6" name="Line"/>
                <p:cNvSpPr/>
                <p:nvPr/>
              </p:nvSpPr>
              <p:spPr>
                <a:xfrm>
                  <a:off x="1050524" y="472482"/>
                  <a:ext cx="2199950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7" name="Line"/>
                <p:cNvSpPr/>
                <p:nvPr/>
              </p:nvSpPr>
              <p:spPr>
                <a:xfrm>
                  <a:off x="585671" y="944964"/>
                  <a:ext cx="2661951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78" name="Line"/>
                <p:cNvSpPr/>
                <p:nvPr/>
              </p:nvSpPr>
              <p:spPr>
                <a:xfrm>
                  <a:off x="76200" y="1417446"/>
                  <a:ext cx="3183972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384" name="Group"/>
              <p:cNvGrpSpPr/>
              <p:nvPr/>
            </p:nvGrpSpPr>
            <p:grpSpPr>
              <a:xfrm rot="16200000">
                <a:off x="5331787" y="10280170"/>
                <a:ext cx="3183973" cy="1417447"/>
                <a:chOff x="76200" y="0"/>
                <a:chExt cx="3183971" cy="1417446"/>
              </a:xfrm>
            </p:grpSpPr>
            <p:sp>
              <p:nvSpPr>
                <p:cNvPr id="380" name="Line"/>
                <p:cNvSpPr/>
                <p:nvPr/>
              </p:nvSpPr>
              <p:spPr>
                <a:xfrm flipV="1">
                  <a:off x="1547168" y="-1"/>
                  <a:ext cx="1701540" cy="2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1" name="Line"/>
                <p:cNvSpPr/>
                <p:nvPr/>
              </p:nvSpPr>
              <p:spPr>
                <a:xfrm>
                  <a:off x="1050524" y="472482"/>
                  <a:ext cx="2199950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2" name="Line"/>
                <p:cNvSpPr/>
                <p:nvPr/>
              </p:nvSpPr>
              <p:spPr>
                <a:xfrm>
                  <a:off x="585671" y="944964"/>
                  <a:ext cx="2661951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83" name="Line"/>
                <p:cNvSpPr/>
                <p:nvPr/>
              </p:nvSpPr>
              <p:spPr>
                <a:xfrm>
                  <a:off x="76200" y="1417446"/>
                  <a:ext cx="3183972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</p:grpSp>
        <p:grpSp>
          <p:nvGrpSpPr>
            <p:cNvPr id="390" name="Group"/>
            <p:cNvGrpSpPr/>
            <p:nvPr/>
          </p:nvGrpSpPr>
          <p:grpSpPr>
            <a:xfrm>
              <a:off x="617772" y="2347900"/>
              <a:ext cx="1390156" cy="8814920"/>
              <a:chOff x="0" y="0"/>
              <a:chExt cx="1390154" cy="8814918"/>
            </a:xfrm>
          </p:grpSpPr>
          <p:sp>
            <p:nvSpPr>
              <p:cNvPr id="386" name="Line"/>
              <p:cNvSpPr/>
              <p:nvPr/>
            </p:nvSpPr>
            <p:spPr>
              <a:xfrm flipV="1">
                <a:off x="-1" y="0"/>
                <a:ext cx="2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87" name="Line"/>
              <p:cNvSpPr/>
              <p:nvPr/>
            </p:nvSpPr>
            <p:spPr>
              <a:xfrm flipV="1">
                <a:off x="463384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88" name="Line"/>
              <p:cNvSpPr/>
              <p:nvPr/>
            </p:nvSpPr>
            <p:spPr>
              <a:xfrm flipV="1">
                <a:off x="926770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89" name="Line"/>
              <p:cNvSpPr/>
              <p:nvPr/>
            </p:nvSpPr>
            <p:spPr>
              <a:xfrm flipV="1">
                <a:off x="1390154" y="0"/>
                <a:ext cx="1" cy="8814919"/>
              </a:xfrm>
              <a:prstGeom prst="line">
                <a:avLst/>
              </a:prstGeom>
              <a:noFill/>
              <a:ln w="762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95" name="Group"/>
            <p:cNvGrpSpPr/>
            <p:nvPr/>
          </p:nvGrpSpPr>
          <p:grpSpPr>
            <a:xfrm>
              <a:off x="0" y="-1"/>
              <a:ext cx="18660604" cy="13505425"/>
              <a:chOff x="0" y="0"/>
              <a:chExt cx="18660603" cy="13505422"/>
            </a:xfrm>
          </p:grpSpPr>
          <p:sp>
            <p:nvSpPr>
              <p:cNvPr id="391" name="SB"/>
              <p:cNvSpPr/>
              <p:nvPr/>
            </p:nvSpPr>
            <p:spPr>
              <a:xfrm>
                <a:off x="16034903" y="0"/>
                <a:ext cx="2625701" cy="2540000"/>
              </a:xfrm>
              <a:prstGeom prst="rect">
                <a:avLst/>
              </a:prstGeom>
              <a:solidFill>
                <a:srgbClr val="FFFFFF"/>
              </a:solidFill>
              <a:ln w="762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92" name="SB"/>
              <p:cNvSpPr/>
              <p:nvPr/>
            </p:nvSpPr>
            <p:spPr>
              <a:xfrm>
                <a:off x="16034903" y="10965422"/>
                <a:ext cx="2625701" cy="2540001"/>
              </a:xfrm>
              <a:prstGeom prst="rect">
                <a:avLst/>
              </a:prstGeom>
              <a:solidFill>
                <a:srgbClr val="FFFFFF"/>
              </a:solidFill>
              <a:ln w="762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93" name="SB"/>
              <p:cNvSpPr/>
              <p:nvPr/>
            </p:nvSpPr>
            <p:spPr>
              <a:xfrm>
                <a:off x="128734" y="0"/>
                <a:ext cx="2625701" cy="2540000"/>
              </a:xfrm>
              <a:prstGeom prst="rect">
                <a:avLst/>
              </a:prstGeom>
              <a:solidFill>
                <a:srgbClr val="FFFFFF"/>
              </a:solidFill>
              <a:ln w="762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94" name="SB"/>
              <p:cNvSpPr/>
              <p:nvPr/>
            </p:nvSpPr>
            <p:spPr>
              <a:xfrm>
                <a:off x="0" y="10965422"/>
                <a:ext cx="2625701" cy="2540001"/>
              </a:xfrm>
              <a:prstGeom prst="rect">
                <a:avLst/>
              </a:prstGeom>
              <a:solidFill>
                <a:srgbClr val="FFFFFF"/>
              </a:solidFill>
              <a:ln w="762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mph" nodeType="clickEffect" presetSubtype="0" presetID="6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96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327257 -0.243009" origin="layout" pathEditMode="relative">
                                      <p:cBhvr>
                                        <p:cTn id="9" dur="10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roup"/>
          <p:cNvGrpSpPr/>
          <p:nvPr/>
        </p:nvGrpSpPr>
        <p:grpSpPr>
          <a:xfrm>
            <a:off x="2340336" y="2238285"/>
            <a:ext cx="3733801" cy="2702301"/>
            <a:chOff x="0" y="0"/>
            <a:chExt cx="3733799" cy="2702300"/>
          </a:xfrm>
        </p:grpSpPr>
        <p:sp>
          <p:nvSpPr>
            <p:cNvPr id="398" name="Line"/>
            <p:cNvSpPr/>
            <p:nvPr/>
          </p:nvSpPr>
          <p:spPr>
            <a:xfrm flipV="1">
              <a:off x="3332034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99" name="Line"/>
            <p:cNvSpPr/>
            <p:nvPr/>
          </p:nvSpPr>
          <p:spPr>
            <a:xfrm flipV="1">
              <a:off x="3424752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0" name="Line"/>
            <p:cNvSpPr/>
            <p:nvPr/>
          </p:nvSpPr>
          <p:spPr>
            <a:xfrm flipV="1">
              <a:off x="3517471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1" name="Line"/>
            <p:cNvSpPr/>
            <p:nvPr/>
          </p:nvSpPr>
          <p:spPr>
            <a:xfrm flipV="1">
              <a:off x="3610190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2" name="Rectangle"/>
            <p:cNvSpPr/>
            <p:nvPr/>
          </p:nvSpPr>
          <p:spPr>
            <a:xfrm>
              <a:off x="722144" y="721476"/>
              <a:ext cx="2293236" cy="12349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03" name="Line"/>
            <p:cNvSpPr/>
            <p:nvPr/>
          </p:nvSpPr>
          <p:spPr>
            <a:xfrm>
              <a:off x="3014654" y="119716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4" name="Line"/>
            <p:cNvSpPr/>
            <p:nvPr/>
          </p:nvSpPr>
          <p:spPr>
            <a:xfrm>
              <a:off x="3010302" y="1291704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5" name="Line"/>
            <p:cNvSpPr/>
            <p:nvPr/>
          </p:nvSpPr>
          <p:spPr>
            <a:xfrm>
              <a:off x="3010302" y="1386243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6" name="Line"/>
            <p:cNvSpPr/>
            <p:nvPr/>
          </p:nvSpPr>
          <p:spPr>
            <a:xfrm>
              <a:off x="3012158" y="1480782"/>
              <a:ext cx="600280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7" name="Line"/>
            <p:cNvSpPr/>
            <p:nvPr/>
          </p:nvSpPr>
          <p:spPr>
            <a:xfrm>
              <a:off x="403720" y="120987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8" name="Line"/>
            <p:cNvSpPr/>
            <p:nvPr/>
          </p:nvSpPr>
          <p:spPr>
            <a:xfrm>
              <a:off x="308693" y="1304410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09" name="Line"/>
            <p:cNvSpPr/>
            <p:nvPr/>
          </p:nvSpPr>
          <p:spPr>
            <a:xfrm>
              <a:off x="219748" y="139894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0" name="Line"/>
            <p:cNvSpPr/>
            <p:nvPr/>
          </p:nvSpPr>
          <p:spPr>
            <a:xfrm>
              <a:off x="122266" y="1493488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1" name="Line"/>
            <p:cNvSpPr/>
            <p:nvPr/>
          </p:nvSpPr>
          <p:spPr>
            <a:xfrm flipH="1" flipV="1">
              <a:off x="494401" y="368840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2" name="Line"/>
            <p:cNvSpPr/>
            <p:nvPr/>
          </p:nvSpPr>
          <p:spPr>
            <a:xfrm flipH="1" flipV="1">
              <a:off x="494401" y="276122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3" name="Line"/>
            <p:cNvSpPr/>
            <p:nvPr/>
          </p:nvSpPr>
          <p:spPr>
            <a:xfrm flipH="1" flipV="1">
              <a:off x="494401" y="183403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4" name="Line"/>
            <p:cNvSpPr/>
            <p:nvPr/>
          </p:nvSpPr>
          <p:spPr>
            <a:xfrm flipH="1" flipV="1">
              <a:off x="494401" y="90684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5" name="Line"/>
            <p:cNvSpPr/>
            <p:nvPr/>
          </p:nvSpPr>
          <p:spPr>
            <a:xfrm flipH="1">
              <a:off x="494401" y="2587263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6" name="Line"/>
            <p:cNvSpPr/>
            <p:nvPr/>
          </p:nvSpPr>
          <p:spPr>
            <a:xfrm flipH="1">
              <a:off x="494401" y="2494545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7" name="Line"/>
            <p:cNvSpPr/>
            <p:nvPr/>
          </p:nvSpPr>
          <p:spPr>
            <a:xfrm flipH="1">
              <a:off x="494401" y="2401826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8" name="Line"/>
            <p:cNvSpPr/>
            <p:nvPr/>
          </p:nvSpPr>
          <p:spPr>
            <a:xfrm flipH="1">
              <a:off x="494401" y="230910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19" name="Line"/>
            <p:cNvSpPr/>
            <p:nvPr/>
          </p:nvSpPr>
          <p:spPr>
            <a:xfrm>
              <a:off x="1737970" y="386782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0" name="Line"/>
            <p:cNvSpPr/>
            <p:nvPr/>
          </p:nvSpPr>
          <p:spPr>
            <a:xfrm>
              <a:off x="1832509" y="287409"/>
              <a:ext cx="1" cy="43258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1" name="Line"/>
            <p:cNvSpPr/>
            <p:nvPr/>
          </p:nvSpPr>
          <p:spPr>
            <a:xfrm>
              <a:off x="1927048" y="194396"/>
              <a:ext cx="1" cy="5250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2" name="Line"/>
            <p:cNvSpPr/>
            <p:nvPr/>
          </p:nvSpPr>
          <p:spPr>
            <a:xfrm>
              <a:off x="2021587" y="92456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3" name="Line"/>
            <p:cNvSpPr/>
            <p:nvPr/>
          </p:nvSpPr>
          <p:spPr>
            <a:xfrm flipV="1">
              <a:off x="1737970" y="1959730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4" name="Line"/>
            <p:cNvSpPr/>
            <p:nvPr/>
          </p:nvSpPr>
          <p:spPr>
            <a:xfrm flipV="1">
              <a:off x="1832509" y="1959377"/>
              <a:ext cx="1" cy="43258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5" name="Line"/>
            <p:cNvSpPr/>
            <p:nvPr/>
          </p:nvSpPr>
          <p:spPr>
            <a:xfrm flipV="1">
              <a:off x="1927048" y="1959948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6" name="Line"/>
            <p:cNvSpPr/>
            <p:nvPr/>
          </p:nvSpPr>
          <p:spPr>
            <a:xfrm flipV="1">
              <a:off x="2021587" y="1957437"/>
              <a:ext cx="1" cy="6294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7" name="Line"/>
            <p:cNvSpPr/>
            <p:nvPr/>
          </p:nvSpPr>
          <p:spPr>
            <a:xfrm flipV="1">
              <a:off x="123610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8" name="Line"/>
            <p:cNvSpPr/>
            <p:nvPr/>
          </p:nvSpPr>
          <p:spPr>
            <a:xfrm flipV="1">
              <a:off x="216328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29" name="Line"/>
            <p:cNvSpPr/>
            <p:nvPr/>
          </p:nvSpPr>
          <p:spPr>
            <a:xfrm flipV="1">
              <a:off x="309047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30" name="Line"/>
            <p:cNvSpPr/>
            <p:nvPr/>
          </p:nvSpPr>
          <p:spPr>
            <a:xfrm flipV="1">
              <a:off x="401766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31" name="SB"/>
            <p:cNvSpPr/>
            <p:nvPr/>
          </p:nvSpPr>
          <p:spPr>
            <a:xfrm>
              <a:off x="3208423" y="0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432" name="SB"/>
            <p:cNvSpPr/>
            <p:nvPr/>
          </p:nvSpPr>
          <p:spPr>
            <a:xfrm>
              <a:off x="25758" y="0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433" name="SB"/>
            <p:cNvSpPr/>
            <p:nvPr/>
          </p:nvSpPr>
          <p:spPr>
            <a:xfrm>
              <a:off x="0" y="2194071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434" name="CLB"/>
            <p:cNvSpPr txBox="1"/>
            <p:nvPr/>
          </p:nvSpPr>
          <p:spPr>
            <a:xfrm>
              <a:off x="1435798" y="1077084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435" name="SB"/>
            <p:cNvSpPr/>
            <p:nvPr/>
          </p:nvSpPr>
          <p:spPr>
            <a:xfrm>
              <a:off x="3208423" y="2194071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</p:grpSp>
      <p:grpSp>
        <p:nvGrpSpPr>
          <p:cNvPr id="1137" name="Group"/>
          <p:cNvGrpSpPr/>
          <p:nvPr/>
        </p:nvGrpSpPr>
        <p:grpSpPr>
          <a:xfrm>
            <a:off x="2278014" y="2238285"/>
            <a:ext cx="19827972" cy="9239430"/>
            <a:chOff x="0" y="0"/>
            <a:chExt cx="19827970" cy="9239429"/>
          </a:xfrm>
        </p:grpSpPr>
        <p:sp>
          <p:nvSpPr>
            <p:cNvPr id="437" name="Line"/>
            <p:cNvSpPr/>
            <p:nvPr/>
          </p:nvSpPr>
          <p:spPr>
            <a:xfrm flipV="1">
              <a:off x="135579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38" name="Line"/>
            <p:cNvSpPr/>
            <p:nvPr/>
          </p:nvSpPr>
          <p:spPr>
            <a:xfrm flipV="1">
              <a:off x="228297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39" name="Line"/>
            <p:cNvSpPr/>
            <p:nvPr/>
          </p:nvSpPr>
          <p:spPr>
            <a:xfrm flipV="1">
              <a:off x="321016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0" name="Line"/>
            <p:cNvSpPr/>
            <p:nvPr/>
          </p:nvSpPr>
          <p:spPr>
            <a:xfrm flipV="1">
              <a:off x="413735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1" name="Line"/>
            <p:cNvSpPr/>
            <p:nvPr/>
          </p:nvSpPr>
          <p:spPr>
            <a:xfrm flipV="1">
              <a:off x="3344002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2" name="Line"/>
            <p:cNvSpPr/>
            <p:nvPr/>
          </p:nvSpPr>
          <p:spPr>
            <a:xfrm flipV="1">
              <a:off x="3436721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3" name="Line"/>
            <p:cNvSpPr/>
            <p:nvPr/>
          </p:nvSpPr>
          <p:spPr>
            <a:xfrm flipV="1">
              <a:off x="3529440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4" name="Line"/>
            <p:cNvSpPr/>
            <p:nvPr/>
          </p:nvSpPr>
          <p:spPr>
            <a:xfrm flipV="1">
              <a:off x="3622158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5" name="Line"/>
            <p:cNvSpPr/>
            <p:nvPr/>
          </p:nvSpPr>
          <p:spPr>
            <a:xfrm flipV="1">
              <a:off x="3332034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6" name="Line"/>
            <p:cNvSpPr/>
            <p:nvPr/>
          </p:nvSpPr>
          <p:spPr>
            <a:xfrm flipV="1">
              <a:off x="3424752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7" name="Line"/>
            <p:cNvSpPr/>
            <p:nvPr/>
          </p:nvSpPr>
          <p:spPr>
            <a:xfrm flipV="1">
              <a:off x="3517471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8" name="Line"/>
            <p:cNvSpPr/>
            <p:nvPr/>
          </p:nvSpPr>
          <p:spPr>
            <a:xfrm flipV="1">
              <a:off x="3610190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49" name="Line"/>
            <p:cNvSpPr/>
            <p:nvPr/>
          </p:nvSpPr>
          <p:spPr>
            <a:xfrm flipV="1">
              <a:off x="123610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0" name="Line"/>
            <p:cNvSpPr/>
            <p:nvPr/>
          </p:nvSpPr>
          <p:spPr>
            <a:xfrm flipV="1">
              <a:off x="216328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1" name="Line"/>
            <p:cNvSpPr/>
            <p:nvPr/>
          </p:nvSpPr>
          <p:spPr>
            <a:xfrm flipV="1">
              <a:off x="309047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2" name="Line"/>
            <p:cNvSpPr/>
            <p:nvPr/>
          </p:nvSpPr>
          <p:spPr>
            <a:xfrm flipV="1">
              <a:off x="401766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3" name="Line"/>
            <p:cNvSpPr/>
            <p:nvPr/>
          </p:nvSpPr>
          <p:spPr>
            <a:xfrm flipV="1">
              <a:off x="169969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4" name="Line"/>
            <p:cNvSpPr/>
            <p:nvPr/>
          </p:nvSpPr>
          <p:spPr>
            <a:xfrm flipV="1">
              <a:off x="262687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5" name="Line"/>
            <p:cNvSpPr/>
            <p:nvPr/>
          </p:nvSpPr>
          <p:spPr>
            <a:xfrm flipV="1">
              <a:off x="355406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6" name="Line"/>
            <p:cNvSpPr/>
            <p:nvPr/>
          </p:nvSpPr>
          <p:spPr>
            <a:xfrm flipV="1">
              <a:off x="448125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7" name="Line"/>
            <p:cNvSpPr/>
            <p:nvPr/>
          </p:nvSpPr>
          <p:spPr>
            <a:xfrm flipV="1">
              <a:off x="3378393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8" name="Line"/>
            <p:cNvSpPr/>
            <p:nvPr/>
          </p:nvSpPr>
          <p:spPr>
            <a:xfrm flipV="1">
              <a:off x="3471111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9" name="Line"/>
            <p:cNvSpPr/>
            <p:nvPr/>
          </p:nvSpPr>
          <p:spPr>
            <a:xfrm flipV="1">
              <a:off x="3563830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0" name="Line"/>
            <p:cNvSpPr/>
            <p:nvPr/>
          </p:nvSpPr>
          <p:spPr>
            <a:xfrm flipV="1">
              <a:off x="3656548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1" name="Rectangle"/>
            <p:cNvSpPr/>
            <p:nvPr/>
          </p:nvSpPr>
          <p:spPr>
            <a:xfrm>
              <a:off x="768503" y="2900552"/>
              <a:ext cx="2293236" cy="12349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62" name="Line"/>
            <p:cNvSpPr/>
            <p:nvPr/>
          </p:nvSpPr>
          <p:spPr>
            <a:xfrm>
              <a:off x="3061013" y="337624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3" name="Line"/>
            <p:cNvSpPr/>
            <p:nvPr/>
          </p:nvSpPr>
          <p:spPr>
            <a:xfrm>
              <a:off x="3056661" y="3470780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4" name="Line"/>
            <p:cNvSpPr/>
            <p:nvPr/>
          </p:nvSpPr>
          <p:spPr>
            <a:xfrm>
              <a:off x="3056661" y="356531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5" name="Line"/>
            <p:cNvSpPr/>
            <p:nvPr/>
          </p:nvSpPr>
          <p:spPr>
            <a:xfrm>
              <a:off x="3058516" y="3659859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6" name="Line"/>
            <p:cNvSpPr/>
            <p:nvPr/>
          </p:nvSpPr>
          <p:spPr>
            <a:xfrm>
              <a:off x="450079" y="3388947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7" name="Line"/>
            <p:cNvSpPr/>
            <p:nvPr/>
          </p:nvSpPr>
          <p:spPr>
            <a:xfrm>
              <a:off x="355051" y="3483486"/>
              <a:ext cx="41199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8" name="Line"/>
            <p:cNvSpPr/>
            <p:nvPr/>
          </p:nvSpPr>
          <p:spPr>
            <a:xfrm>
              <a:off x="266107" y="3578025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9" name="Line"/>
            <p:cNvSpPr/>
            <p:nvPr/>
          </p:nvSpPr>
          <p:spPr>
            <a:xfrm>
              <a:off x="168625" y="3672564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0" name="Line"/>
            <p:cNvSpPr/>
            <p:nvPr/>
          </p:nvSpPr>
          <p:spPr>
            <a:xfrm flipH="1">
              <a:off x="540760" y="4766340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1" name="Line"/>
            <p:cNvSpPr/>
            <p:nvPr/>
          </p:nvSpPr>
          <p:spPr>
            <a:xfrm flipH="1">
              <a:off x="540760" y="4673620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2" name="Line"/>
            <p:cNvSpPr/>
            <p:nvPr/>
          </p:nvSpPr>
          <p:spPr>
            <a:xfrm flipH="1">
              <a:off x="540760" y="4580902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3" name="Line"/>
            <p:cNvSpPr/>
            <p:nvPr/>
          </p:nvSpPr>
          <p:spPr>
            <a:xfrm flipH="1">
              <a:off x="540760" y="4488184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4" name="Line"/>
            <p:cNvSpPr/>
            <p:nvPr/>
          </p:nvSpPr>
          <p:spPr>
            <a:xfrm flipV="1">
              <a:off x="1784329" y="4138807"/>
              <a:ext cx="1" cy="33285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5" name="Line"/>
            <p:cNvSpPr/>
            <p:nvPr/>
          </p:nvSpPr>
          <p:spPr>
            <a:xfrm flipV="1">
              <a:off x="1878868" y="4138453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6" name="Line"/>
            <p:cNvSpPr/>
            <p:nvPr/>
          </p:nvSpPr>
          <p:spPr>
            <a:xfrm flipV="1">
              <a:off x="1973407" y="4139024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7" name="Line"/>
            <p:cNvSpPr/>
            <p:nvPr/>
          </p:nvSpPr>
          <p:spPr>
            <a:xfrm flipV="1">
              <a:off x="2067946" y="4136513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8" name="SB"/>
            <p:cNvSpPr/>
            <p:nvPr/>
          </p:nvSpPr>
          <p:spPr>
            <a:xfrm>
              <a:off x="46358" y="4373147"/>
              <a:ext cx="525378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479" name="CLB"/>
            <p:cNvSpPr txBox="1"/>
            <p:nvPr/>
          </p:nvSpPr>
          <p:spPr>
            <a:xfrm>
              <a:off x="1482157" y="3256160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480" name="SB"/>
            <p:cNvSpPr/>
            <p:nvPr/>
          </p:nvSpPr>
          <p:spPr>
            <a:xfrm>
              <a:off x="3254782" y="4373147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485" name="Group"/>
            <p:cNvGrpSpPr/>
            <p:nvPr/>
          </p:nvGrpSpPr>
          <p:grpSpPr>
            <a:xfrm flipH="1">
              <a:off x="1725091" y="2292524"/>
              <a:ext cx="283618" cy="629476"/>
              <a:chOff x="0" y="19050"/>
              <a:chExt cx="283616" cy="629474"/>
            </a:xfrm>
          </p:grpSpPr>
          <p:sp>
            <p:nvSpPr>
              <p:cNvPr id="481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482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483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484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486" name="Rectangle"/>
            <p:cNvSpPr/>
            <p:nvPr/>
          </p:nvSpPr>
          <p:spPr>
            <a:xfrm>
              <a:off x="734113" y="5080830"/>
              <a:ext cx="2293236" cy="12349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87" name="Line"/>
            <p:cNvSpPr/>
            <p:nvPr/>
          </p:nvSpPr>
          <p:spPr>
            <a:xfrm>
              <a:off x="3026623" y="5556518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88" name="Line"/>
            <p:cNvSpPr/>
            <p:nvPr/>
          </p:nvSpPr>
          <p:spPr>
            <a:xfrm>
              <a:off x="3022270" y="5651058"/>
              <a:ext cx="41199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89" name="Line"/>
            <p:cNvSpPr/>
            <p:nvPr/>
          </p:nvSpPr>
          <p:spPr>
            <a:xfrm>
              <a:off x="3022270" y="5745597"/>
              <a:ext cx="5003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0" name="Line"/>
            <p:cNvSpPr/>
            <p:nvPr/>
          </p:nvSpPr>
          <p:spPr>
            <a:xfrm>
              <a:off x="3024126" y="5840136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1" name="Line"/>
            <p:cNvSpPr/>
            <p:nvPr/>
          </p:nvSpPr>
          <p:spPr>
            <a:xfrm>
              <a:off x="415689" y="556922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2" name="Line"/>
            <p:cNvSpPr/>
            <p:nvPr/>
          </p:nvSpPr>
          <p:spPr>
            <a:xfrm>
              <a:off x="320662" y="5663763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3" name="Line"/>
            <p:cNvSpPr/>
            <p:nvPr/>
          </p:nvSpPr>
          <p:spPr>
            <a:xfrm>
              <a:off x="231717" y="5758302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4" name="Line"/>
            <p:cNvSpPr/>
            <p:nvPr/>
          </p:nvSpPr>
          <p:spPr>
            <a:xfrm>
              <a:off x="134235" y="5852841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5" name="Line"/>
            <p:cNvSpPr/>
            <p:nvPr/>
          </p:nvSpPr>
          <p:spPr>
            <a:xfrm flipH="1">
              <a:off x="506370" y="694661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6" name="Line"/>
            <p:cNvSpPr/>
            <p:nvPr/>
          </p:nvSpPr>
          <p:spPr>
            <a:xfrm flipH="1">
              <a:off x="506370" y="685389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7" name="Line"/>
            <p:cNvSpPr/>
            <p:nvPr/>
          </p:nvSpPr>
          <p:spPr>
            <a:xfrm flipH="1">
              <a:off x="506370" y="6761179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8" name="Line"/>
            <p:cNvSpPr/>
            <p:nvPr/>
          </p:nvSpPr>
          <p:spPr>
            <a:xfrm flipH="1">
              <a:off x="506370" y="6668461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99" name="Line"/>
            <p:cNvSpPr/>
            <p:nvPr/>
          </p:nvSpPr>
          <p:spPr>
            <a:xfrm flipV="1">
              <a:off x="1749939" y="6319084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00" name="Line"/>
            <p:cNvSpPr/>
            <p:nvPr/>
          </p:nvSpPr>
          <p:spPr>
            <a:xfrm flipV="1">
              <a:off x="1844478" y="6318730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01" name="Line"/>
            <p:cNvSpPr/>
            <p:nvPr/>
          </p:nvSpPr>
          <p:spPr>
            <a:xfrm flipV="1">
              <a:off x="1939017" y="6319301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02" name="Line"/>
            <p:cNvSpPr/>
            <p:nvPr/>
          </p:nvSpPr>
          <p:spPr>
            <a:xfrm flipV="1">
              <a:off x="2033556" y="6316790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03" name="SB"/>
            <p:cNvSpPr/>
            <p:nvPr/>
          </p:nvSpPr>
          <p:spPr>
            <a:xfrm>
              <a:off x="11968" y="6553424"/>
              <a:ext cx="525378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504" name="CLB"/>
            <p:cNvSpPr txBox="1"/>
            <p:nvPr/>
          </p:nvSpPr>
          <p:spPr>
            <a:xfrm>
              <a:off x="1447767" y="5436437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505" name="SB"/>
            <p:cNvSpPr/>
            <p:nvPr/>
          </p:nvSpPr>
          <p:spPr>
            <a:xfrm>
              <a:off x="3220392" y="6553424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510" name="Group"/>
            <p:cNvGrpSpPr/>
            <p:nvPr/>
          </p:nvGrpSpPr>
          <p:grpSpPr>
            <a:xfrm flipH="1">
              <a:off x="1690701" y="4472801"/>
              <a:ext cx="283617" cy="629476"/>
              <a:chOff x="0" y="19050"/>
              <a:chExt cx="283616" cy="629474"/>
            </a:xfrm>
          </p:grpSpPr>
          <p:sp>
            <p:nvSpPr>
              <p:cNvPr id="506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07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08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09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511" name="Rectangle"/>
            <p:cNvSpPr/>
            <p:nvPr/>
          </p:nvSpPr>
          <p:spPr>
            <a:xfrm>
              <a:off x="722144" y="7258606"/>
              <a:ext cx="2293236" cy="12349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12" name="Line"/>
            <p:cNvSpPr/>
            <p:nvPr/>
          </p:nvSpPr>
          <p:spPr>
            <a:xfrm>
              <a:off x="3014654" y="773429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3" name="Line"/>
            <p:cNvSpPr/>
            <p:nvPr/>
          </p:nvSpPr>
          <p:spPr>
            <a:xfrm>
              <a:off x="3010302" y="7828834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4" name="Line"/>
            <p:cNvSpPr/>
            <p:nvPr/>
          </p:nvSpPr>
          <p:spPr>
            <a:xfrm>
              <a:off x="3010302" y="7923373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5" name="Line"/>
            <p:cNvSpPr/>
            <p:nvPr/>
          </p:nvSpPr>
          <p:spPr>
            <a:xfrm>
              <a:off x="3012158" y="8017912"/>
              <a:ext cx="600280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6" name="Line"/>
            <p:cNvSpPr/>
            <p:nvPr/>
          </p:nvSpPr>
          <p:spPr>
            <a:xfrm>
              <a:off x="403720" y="774700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7" name="Line"/>
            <p:cNvSpPr/>
            <p:nvPr/>
          </p:nvSpPr>
          <p:spPr>
            <a:xfrm>
              <a:off x="308693" y="7841539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8" name="Line"/>
            <p:cNvSpPr/>
            <p:nvPr/>
          </p:nvSpPr>
          <p:spPr>
            <a:xfrm>
              <a:off x="219748" y="793607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19" name="Line"/>
            <p:cNvSpPr/>
            <p:nvPr/>
          </p:nvSpPr>
          <p:spPr>
            <a:xfrm>
              <a:off x="122266" y="8030618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0" name="Line"/>
            <p:cNvSpPr/>
            <p:nvPr/>
          </p:nvSpPr>
          <p:spPr>
            <a:xfrm flipH="1">
              <a:off x="494401" y="9124393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1" name="Line"/>
            <p:cNvSpPr/>
            <p:nvPr/>
          </p:nvSpPr>
          <p:spPr>
            <a:xfrm flipH="1">
              <a:off x="494401" y="9031674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2" name="Line"/>
            <p:cNvSpPr/>
            <p:nvPr/>
          </p:nvSpPr>
          <p:spPr>
            <a:xfrm flipH="1">
              <a:off x="494401" y="8938955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3" name="Line"/>
            <p:cNvSpPr/>
            <p:nvPr/>
          </p:nvSpPr>
          <p:spPr>
            <a:xfrm flipH="1">
              <a:off x="494401" y="884623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4" name="Line"/>
            <p:cNvSpPr/>
            <p:nvPr/>
          </p:nvSpPr>
          <p:spPr>
            <a:xfrm flipV="1">
              <a:off x="1737970" y="8496860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5" name="Line"/>
            <p:cNvSpPr/>
            <p:nvPr/>
          </p:nvSpPr>
          <p:spPr>
            <a:xfrm flipV="1">
              <a:off x="1832509" y="8496506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6" name="Line"/>
            <p:cNvSpPr/>
            <p:nvPr/>
          </p:nvSpPr>
          <p:spPr>
            <a:xfrm flipV="1">
              <a:off x="1927048" y="8497077"/>
              <a:ext cx="1" cy="5250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7" name="Line"/>
            <p:cNvSpPr/>
            <p:nvPr/>
          </p:nvSpPr>
          <p:spPr>
            <a:xfrm flipV="1">
              <a:off x="2021587" y="8494566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28" name="SB"/>
            <p:cNvSpPr/>
            <p:nvPr/>
          </p:nvSpPr>
          <p:spPr>
            <a:xfrm>
              <a:off x="0" y="8731201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529" name="CLB"/>
            <p:cNvSpPr txBox="1"/>
            <p:nvPr/>
          </p:nvSpPr>
          <p:spPr>
            <a:xfrm>
              <a:off x="1435798" y="7614213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530" name="SB"/>
            <p:cNvSpPr/>
            <p:nvPr/>
          </p:nvSpPr>
          <p:spPr>
            <a:xfrm>
              <a:off x="3208423" y="8731201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535" name="Group"/>
            <p:cNvGrpSpPr/>
            <p:nvPr/>
          </p:nvGrpSpPr>
          <p:grpSpPr>
            <a:xfrm flipH="1">
              <a:off x="1678732" y="6650577"/>
              <a:ext cx="283618" cy="629476"/>
              <a:chOff x="0" y="19050"/>
              <a:chExt cx="283616" cy="629474"/>
            </a:xfrm>
          </p:grpSpPr>
          <p:sp>
            <p:nvSpPr>
              <p:cNvPr id="531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2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3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4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136" name="Group"/>
            <p:cNvGrpSpPr/>
            <p:nvPr/>
          </p:nvGrpSpPr>
          <p:grpSpPr>
            <a:xfrm>
              <a:off x="3319973" y="-1"/>
              <a:ext cx="16507998" cy="9237994"/>
              <a:chOff x="19049" y="0"/>
              <a:chExt cx="16507997" cy="9237992"/>
            </a:xfrm>
          </p:grpSpPr>
          <p:sp>
            <p:nvSpPr>
              <p:cNvPr id="536" name="Line"/>
              <p:cNvSpPr/>
              <p:nvPr/>
            </p:nvSpPr>
            <p:spPr>
              <a:xfrm flipH="1" flipV="1">
                <a:off x="13281006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7" name="Line"/>
              <p:cNvSpPr/>
              <p:nvPr/>
            </p:nvSpPr>
            <p:spPr>
              <a:xfrm flipH="1" flipV="1">
                <a:off x="13281006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8" name="Line"/>
              <p:cNvSpPr/>
              <p:nvPr/>
            </p:nvSpPr>
            <p:spPr>
              <a:xfrm flipH="1" flipV="1">
                <a:off x="13281006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39" name="Line"/>
              <p:cNvSpPr/>
              <p:nvPr/>
            </p:nvSpPr>
            <p:spPr>
              <a:xfrm flipH="1" flipV="1">
                <a:off x="13281006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0" name="Line"/>
              <p:cNvSpPr/>
              <p:nvPr/>
            </p:nvSpPr>
            <p:spPr>
              <a:xfrm flipH="1">
                <a:off x="13281006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1" name="Line"/>
              <p:cNvSpPr/>
              <p:nvPr/>
            </p:nvSpPr>
            <p:spPr>
              <a:xfrm flipH="1">
                <a:off x="13281006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2" name="Line"/>
              <p:cNvSpPr/>
              <p:nvPr/>
            </p:nvSpPr>
            <p:spPr>
              <a:xfrm flipH="1">
                <a:off x="13281006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3" name="Line"/>
              <p:cNvSpPr/>
              <p:nvPr/>
            </p:nvSpPr>
            <p:spPr>
              <a:xfrm flipH="1">
                <a:off x="13281006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4" name="Line"/>
              <p:cNvSpPr/>
              <p:nvPr/>
            </p:nvSpPr>
            <p:spPr>
              <a:xfrm flipH="1" flipV="1">
                <a:off x="10071509" y="368840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5" name="Line"/>
              <p:cNvSpPr/>
              <p:nvPr/>
            </p:nvSpPr>
            <p:spPr>
              <a:xfrm flipH="1" flipV="1">
                <a:off x="10071509" y="276122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6" name="Line"/>
              <p:cNvSpPr/>
              <p:nvPr/>
            </p:nvSpPr>
            <p:spPr>
              <a:xfrm flipH="1" flipV="1">
                <a:off x="10071509" y="183403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7" name="Line"/>
              <p:cNvSpPr/>
              <p:nvPr/>
            </p:nvSpPr>
            <p:spPr>
              <a:xfrm flipH="1" flipV="1">
                <a:off x="10071509" y="90684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8" name="Line"/>
              <p:cNvSpPr/>
              <p:nvPr/>
            </p:nvSpPr>
            <p:spPr>
              <a:xfrm flipH="1">
                <a:off x="10071510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49" name="Line"/>
              <p:cNvSpPr/>
              <p:nvPr/>
            </p:nvSpPr>
            <p:spPr>
              <a:xfrm flipH="1">
                <a:off x="10071510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0" name="Line"/>
              <p:cNvSpPr/>
              <p:nvPr/>
            </p:nvSpPr>
            <p:spPr>
              <a:xfrm flipH="1">
                <a:off x="10071510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1" name="Line"/>
              <p:cNvSpPr/>
              <p:nvPr/>
            </p:nvSpPr>
            <p:spPr>
              <a:xfrm flipH="1">
                <a:off x="10071510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2" name="Line"/>
              <p:cNvSpPr/>
              <p:nvPr/>
            </p:nvSpPr>
            <p:spPr>
              <a:xfrm flipH="1">
                <a:off x="6870527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3" name="Line"/>
              <p:cNvSpPr/>
              <p:nvPr/>
            </p:nvSpPr>
            <p:spPr>
              <a:xfrm flipH="1">
                <a:off x="6870527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4" name="Line"/>
              <p:cNvSpPr/>
              <p:nvPr/>
            </p:nvSpPr>
            <p:spPr>
              <a:xfrm flipH="1">
                <a:off x="6870527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5" name="Line"/>
              <p:cNvSpPr/>
              <p:nvPr/>
            </p:nvSpPr>
            <p:spPr>
              <a:xfrm flipH="1">
                <a:off x="6870527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6" name="Line"/>
              <p:cNvSpPr/>
              <p:nvPr/>
            </p:nvSpPr>
            <p:spPr>
              <a:xfrm flipH="1" flipV="1">
                <a:off x="6870527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7" name="Line"/>
              <p:cNvSpPr/>
              <p:nvPr/>
            </p:nvSpPr>
            <p:spPr>
              <a:xfrm flipH="1" flipV="1">
                <a:off x="6870527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8" name="Line"/>
              <p:cNvSpPr/>
              <p:nvPr/>
            </p:nvSpPr>
            <p:spPr>
              <a:xfrm flipH="1" flipV="1">
                <a:off x="6870527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9" name="Line"/>
              <p:cNvSpPr/>
              <p:nvPr/>
            </p:nvSpPr>
            <p:spPr>
              <a:xfrm flipH="1" flipV="1">
                <a:off x="6870527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0" name="Line"/>
              <p:cNvSpPr/>
              <p:nvPr/>
            </p:nvSpPr>
            <p:spPr>
              <a:xfrm flipH="1" flipV="1">
                <a:off x="3663655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1" name="Line"/>
              <p:cNvSpPr/>
              <p:nvPr/>
            </p:nvSpPr>
            <p:spPr>
              <a:xfrm flipH="1" flipV="1">
                <a:off x="3663655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2" name="Line"/>
              <p:cNvSpPr/>
              <p:nvPr/>
            </p:nvSpPr>
            <p:spPr>
              <a:xfrm flipH="1" flipV="1">
                <a:off x="3663655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3" name="Line"/>
              <p:cNvSpPr/>
              <p:nvPr/>
            </p:nvSpPr>
            <p:spPr>
              <a:xfrm flipH="1" flipV="1">
                <a:off x="3663655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4" name="Line"/>
              <p:cNvSpPr/>
              <p:nvPr/>
            </p:nvSpPr>
            <p:spPr>
              <a:xfrm flipH="1">
                <a:off x="3663655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5" name="Line"/>
              <p:cNvSpPr/>
              <p:nvPr/>
            </p:nvSpPr>
            <p:spPr>
              <a:xfrm flipH="1">
                <a:off x="3663655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6" name="Line"/>
              <p:cNvSpPr/>
              <p:nvPr/>
            </p:nvSpPr>
            <p:spPr>
              <a:xfrm flipH="1">
                <a:off x="3663655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7" name="Line"/>
              <p:cNvSpPr/>
              <p:nvPr/>
            </p:nvSpPr>
            <p:spPr>
              <a:xfrm flipH="1">
                <a:off x="3663655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8" name="Line"/>
              <p:cNvSpPr/>
              <p:nvPr/>
            </p:nvSpPr>
            <p:spPr>
              <a:xfrm flipH="1" flipV="1">
                <a:off x="460046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69" name="Line"/>
              <p:cNvSpPr/>
              <p:nvPr/>
            </p:nvSpPr>
            <p:spPr>
              <a:xfrm flipH="1" flipV="1">
                <a:off x="460046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0" name="Line"/>
              <p:cNvSpPr/>
              <p:nvPr/>
            </p:nvSpPr>
            <p:spPr>
              <a:xfrm flipH="1" flipV="1">
                <a:off x="460046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1" name="Line"/>
              <p:cNvSpPr/>
              <p:nvPr/>
            </p:nvSpPr>
            <p:spPr>
              <a:xfrm flipH="1" flipV="1">
                <a:off x="460046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2" name="Line"/>
              <p:cNvSpPr/>
              <p:nvPr/>
            </p:nvSpPr>
            <p:spPr>
              <a:xfrm flipH="1">
                <a:off x="460046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3" name="Line"/>
              <p:cNvSpPr/>
              <p:nvPr/>
            </p:nvSpPr>
            <p:spPr>
              <a:xfrm flipH="1">
                <a:off x="460046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4" name="Line"/>
              <p:cNvSpPr/>
              <p:nvPr/>
            </p:nvSpPr>
            <p:spPr>
              <a:xfrm flipH="1">
                <a:off x="460046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5" name="Line"/>
              <p:cNvSpPr/>
              <p:nvPr/>
            </p:nvSpPr>
            <p:spPr>
              <a:xfrm flipH="1">
                <a:off x="460046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6" name="Line"/>
              <p:cNvSpPr/>
              <p:nvPr/>
            </p:nvSpPr>
            <p:spPr>
              <a:xfrm flipV="1">
                <a:off x="3244737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7" name="Line"/>
              <p:cNvSpPr/>
              <p:nvPr/>
            </p:nvSpPr>
            <p:spPr>
              <a:xfrm flipV="1">
                <a:off x="3337455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8" name="Line"/>
              <p:cNvSpPr/>
              <p:nvPr/>
            </p:nvSpPr>
            <p:spPr>
              <a:xfrm flipV="1">
                <a:off x="3430174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79" name="Line"/>
              <p:cNvSpPr/>
              <p:nvPr/>
            </p:nvSpPr>
            <p:spPr>
              <a:xfrm flipV="1">
                <a:off x="3522893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0" name="Line"/>
              <p:cNvSpPr/>
              <p:nvPr/>
            </p:nvSpPr>
            <p:spPr>
              <a:xfrm flipV="1">
                <a:off x="6458363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1" name="Line"/>
              <p:cNvSpPr/>
              <p:nvPr/>
            </p:nvSpPr>
            <p:spPr>
              <a:xfrm flipV="1">
                <a:off x="6551082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2" name="Line"/>
              <p:cNvSpPr/>
              <p:nvPr/>
            </p:nvSpPr>
            <p:spPr>
              <a:xfrm flipV="1">
                <a:off x="6643801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3" name="Line"/>
              <p:cNvSpPr/>
              <p:nvPr/>
            </p:nvSpPr>
            <p:spPr>
              <a:xfrm flipV="1">
                <a:off x="673651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4" name="Line"/>
              <p:cNvSpPr/>
              <p:nvPr/>
            </p:nvSpPr>
            <p:spPr>
              <a:xfrm flipV="1">
                <a:off x="9671989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5" name="Line"/>
              <p:cNvSpPr/>
              <p:nvPr/>
            </p:nvSpPr>
            <p:spPr>
              <a:xfrm flipV="1">
                <a:off x="9764708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6" name="Line"/>
              <p:cNvSpPr/>
              <p:nvPr/>
            </p:nvSpPr>
            <p:spPr>
              <a:xfrm flipV="1">
                <a:off x="9857428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7" name="Line"/>
              <p:cNvSpPr/>
              <p:nvPr/>
            </p:nvSpPr>
            <p:spPr>
              <a:xfrm flipV="1">
                <a:off x="9950146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8" name="Line"/>
              <p:cNvSpPr/>
              <p:nvPr/>
            </p:nvSpPr>
            <p:spPr>
              <a:xfrm flipV="1">
                <a:off x="12885617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89" name="Line"/>
              <p:cNvSpPr/>
              <p:nvPr/>
            </p:nvSpPr>
            <p:spPr>
              <a:xfrm flipV="1">
                <a:off x="12978335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0" name="Line"/>
              <p:cNvSpPr/>
              <p:nvPr/>
            </p:nvSpPr>
            <p:spPr>
              <a:xfrm flipV="1">
                <a:off x="13071053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1" name="Line"/>
              <p:cNvSpPr/>
              <p:nvPr/>
            </p:nvSpPr>
            <p:spPr>
              <a:xfrm flipV="1">
                <a:off x="13163772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2" name="Line"/>
              <p:cNvSpPr/>
              <p:nvPr/>
            </p:nvSpPr>
            <p:spPr>
              <a:xfrm flipV="1">
                <a:off x="16088302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3" name="Line"/>
              <p:cNvSpPr/>
              <p:nvPr/>
            </p:nvSpPr>
            <p:spPr>
              <a:xfrm flipV="1">
                <a:off x="1618101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4" name="Line"/>
              <p:cNvSpPr/>
              <p:nvPr/>
            </p:nvSpPr>
            <p:spPr>
              <a:xfrm flipV="1">
                <a:off x="1627373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5" name="Line"/>
              <p:cNvSpPr/>
              <p:nvPr/>
            </p:nvSpPr>
            <p:spPr>
              <a:xfrm flipV="1">
                <a:off x="16366456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6" name="Line"/>
              <p:cNvSpPr/>
              <p:nvPr/>
            </p:nvSpPr>
            <p:spPr>
              <a:xfrm flipV="1">
                <a:off x="1607692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7" name="Line"/>
              <p:cNvSpPr/>
              <p:nvPr/>
            </p:nvSpPr>
            <p:spPr>
              <a:xfrm flipV="1">
                <a:off x="1616964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8" name="Line"/>
              <p:cNvSpPr/>
              <p:nvPr/>
            </p:nvSpPr>
            <p:spPr>
              <a:xfrm flipV="1">
                <a:off x="16262363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99" name="Line"/>
              <p:cNvSpPr/>
              <p:nvPr/>
            </p:nvSpPr>
            <p:spPr>
              <a:xfrm flipV="1">
                <a:off x="16355083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0" name="Line"/>
              <p:cNvSpPr/>
              <p:nvPr/>
            </p:nvSpPr>
            <p:spPr>
              <a:xfrm flipV="1">
                <a:off x="12874242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1" name="Line"/>
              <p:cNvSpPr/>
              <p:nvPr/>
            </p:nvSpPr>
            <p:spPr>
              <a:xfrm flipV="1">
                <a:off x="12966960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2" name="Line"/>
              <p:cNvSpPr/>
              <p:nvPr/>
            </p:nvSpPr>
            <p:spPr>
              <a:xfrm flipV="1">
                <a:off x="13059679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3" name="Line"/>
              <p:cNvSpPr/>
              <p:nvPr/>
            </p:nvSpPr>
            <p:spPr>
              <a:xfrm flipV="1">
                <a:off x="13152397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4" name="Line"/>
              <p:cNvSpPr/>
              <p:nvPr/>
            </p:nvSpPr>
            <p:spPr>
              <a:xfrm flipV="1">
                <a:off x="9660615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5" name="Line"/>
              <p:cNvSpPr/>
              <p:nvPr/>
            </p:nvSpPr>
            <p:spPr>
              <a:xfrm flipV="1">
                <a:off x="9753333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6" name="Line"/>
              <p:cNvSpPr/>
              <p:nvPr/>
            </p:nvSpPr>
            <p:spPr>
              <a:xfrm flipV="1">
                <a:off x="9846053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7" name="Line"/>
              <p:cNvSpPr/>
              <p:nvPr/>
            </p:nvSpPr>
            <p:spPr>
              <a:xfrm flipV="1">
                <a:off x="9938772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8" name="Line"/>
              <p:cNvSpPr/>
              <p:nvPr/>
            </p:nvSpPr>
            <p:spPr>
              <a:xfrm flipV="1">
                <a:off x="6446989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09" name="Line"/>
              <p:cNvSpPr/>
              <p:nvPr/>
            </p:nvSpPr>
            <p:spPr>
              <a:xfrm flipV="1">
                <a:off x="6539707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0" name="Line"/>
              <p:cNvSpPr/>
              <p:nvPr/>
            </p:nvSpPr>
            <p:spPr>
              <a:xfrm flipV="1">
                <a:off x="663242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1" name="Line"/>
              <p:cNvSpPr/>
              <p:nvPr/>
            </p:nvSpPr>
            <p:spPr>
              <a:xfrm flipV="1">
                <a:off x="6725145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2" name="Line"/>
              <p:cNvSpPr/>
              <p:nvPr/>
            </p:nvSpPr>
            <p:spPr>
              <a:xfrm flipV="1">
                <a:off x="3233362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3" name="Line"/>
              <p:cNvSpPr/>
              <p:nvPr/>
            </p:nvSpPr>
            <p:spPr>
              <a:xfrm flipV="1">
                <a:off x="3326081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4" name="Line"/>
              <p:cNvSpPr/>
              <p:nvPr/>
            </p:nvSpPr>
            <p:spPr>
              <a:xfrm flipV="1">
                <a:off x="3418800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5" name="Line"/>
              <p:cNvSpPr/>
              <p:nvPr/>
            </p:nvSpPr>
            <p:spPr>
              <a:xfrm flipV="1">
                <a:off x="3511518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6" name="Line"/>
              <p:cNvSpPr/>
              <p:nvPr/>
            </p:nvSpPr>
            <p:spPr>
              <a:xfrm flipH="1">
                <a:off x="13287647" y="476059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7" name="Line"/>
              <p:cNvSpPr/>
              <p:nvPr/>
            </p:nvSpPr>
            <p:spPr>
              <a:xfrm flipH="1">
                <a:off x="13287647" y="466787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8" name="Line"/>
              <p:cNvSpPr/>
              <p:nvPr/>
            </p:nvSpPr>
            <p:spPr>
              <a:xfrm flipH="1">
                <a:off x="13287647" y="457515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19" name="Line"/>
              <p:cNvSpPr/>
              <p:nvPr/>
            </p:nvSpPr>
            <p:spPr>
              <a:xfrm flipH="1">
                <a:off x="13287647" y="448243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0" name="Line"/>
              <p:cNvSpPr/>
              <p:nvPr/>
            </p:nvSpPr>
            <p:spPr>
              <a:xfrm flipH="1">
                <a:off x="10084963" y="475771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1" name="Line"/>
              <p:cNvSpPr/>
              <p:nvPr/>
            </p:nvSpPr>
            <p:spPr>
              <a:xfrm flipH="1">
                <a:off x="10084963" y="466499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2" name="Line"/>
              <p:cNvSpPr/>
              <p:nvPr/>
            </p:nvSpPr>
            <p:spPr>
              <a:xfrm flipH="1">
                <a:off x="10084963" y="457227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3" name="Line"/>
              <p:cNvSpPr/>
              <p:nvPr/>
            </p:nvSpPr>
            <p:spPr>
              <a:xfrm flipH="1">
                <a:off x="10084963" y="447955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4" name="Line"/>
              <p:cNvSpPr/>
              <p:nvPr/>
            </p:nvSpPr>
            <p:spPr>
              <a:xfrm flipH="1">
                <a:off x="6871336" y="476346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5" name="Line"/>
              <p:cNvSpPr/>
              <p:nvPr/>
            </p:nvSpPr>
            <p:spPr>
              <a:xfrm flipH="1">
                <a:off x="6871336" y="46707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6" name="Line"/>
              <p:cNvSpPr/>
              <p:nvPr/>
            </p:nvSpPr>
            <p:spPr>
              <a:xfrm flipH="1">
                <a:off x="6871336" y="457802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7" name="Line"/>
              <p:cNvSpPr/>
              <p:nvPr/>
            </p:nvSpPr>
            <p:spPr>
              <a:xfrm flipH="1">
                <a:off x="6871336" y="448530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8" name="Line"/>
              <p:cNvSpPr/>
              <p:nvPr/>
            </p:nvSpPr>
            <p:spPr>
              <a:xfrm flipH="1">
                <a:off x="3657710" y="476059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29" name="Line"/>
              <p:cNvSpPr/>
              <p:nvPr/>
            </p:nvSpPr>
            <p:spPr>
              <a:xfrm flipH="1">
                <a:off x="3657710" y="4667871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0" name="Line"/>
              <p:cNvSpPr/>
              <p:nvPr/>
            </p:nvSpPr>
            <p:spPr>
              <a:xfrm flipH="1">
                <a:off x="3657710" y="457515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1" name="Line"/>
              <p:cNvSpPr/>
              <p:nvPr/>
            </p:nvSpPr>
            <p:spPr>
              <a:xfrm flipH="1">
                <a:off x="3657710" y="448243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2" name="Line"/>
              <p:cNvSpPr/>
              <p:nvPr/>
            </p:nvSpPr>
            <p:spPr>
              <a:xfrm flipV="1">
                <a:off x="6495342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3" name="Line"/>
              <p:cNvSpPr/>
              <p:nvPr/>
            </p:nvSpPr>
            <p:spPr>
              <a:xfrm flipV="1">
                <a:off x="6588061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4" name="Line"/>
              <p:cNvSpPr/>
              <p:nvPr/>
            </p:nvSpPr>
            <p:spPr>
              <a:xfrm flipV="1">
                <a:off x="668078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5" name="Line"/>
              <p:cNvSpPr/>
              <p:nvPr/>
            </p:nvSpPr>
            <p:spPr>
              <a:xfrm flipV="1">
                <a:off x="6773498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6" name="Line"/>
              <p:cNvSpPr/>
              <p:nvPr/>
            </p:nvSpPr>
            <p:spPr>
              <a:xfrm flipV="1">
                <a:off x="9708969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7" name="Line"/>
              <p:cNvSpPr/>
              <p:nvPr/>
            </p:nvSpPr>
            <p:spPr>
              <a:xfrm flipV="1">
                <a:off x="9801687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8" name="Line"/>
              <p:cNvSpPr/>
              <p:nvPr/>
            </p:nvSpPr>
            <p:spPr>
              <a:xfrm flipV="1">
                <a:off x="9894407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39" name="Line"/>
              <p:cNvSpPr/>
              <p:nvPr/>
            </p:nvSpPr>
            <p:spPr>
              <a:xfrm flipV="1">
                <a:off x="9987125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0" name="Line"/>
              <p:cNvSpPr/>
              <p:nvPr/>
            </p:nvSpPr>
            <p:spPr>
              <a:xfrm flipV="1">
                <a:off x="12922596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1" name="Line"/>
              <p:cNvSpPr/>
              <p:nvPr/>
            </p:nvSpPr>
            <p:spPr>
              <a:xfrm flipV="1">
                <a:off x="13015314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2" name="Line"/>
              <p:cNvSpPr/>
              <p:nvPr/>
            </p:nvSpPr>
            <p:spPr>
              <a:xfrm flipV="1">
                <a:off x="13108032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3" name="Line"/>
              <p:cNvSpPr/>
              <p:nvPr/>
            </p:nvSpPr>
            <p:spPr>
              <a:xfrm flipV="1">
                <a:off x="13200751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4" name="Line"/>
              <p:cNvSpPr/>
              <p:nvPr/>
            </p:nvSpPr>
            <p:spPr>
              <a:xfrm flipV="1">
                <a:off x="1612528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5" name="Line"/>
              <p:cNvSpPr/>
              <p:nvPr/>
            </p:nvSpPr>
            <p:spPr>
              <a:xfrm flipV="1">
                <a:off x="1621800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6" name="Line"/>
              <p:cNvSpPr/>
              <p:nvPr/>
            </p:nvSpPr>
            <p:spPr>
              <a:xfrm flipV="1">
                <a:off x="16310717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7" name="Line"/>
              <p:cNvSpPr/>
              <p:nvPr/>
            </p:nvSpPr>
            <p:spPr>
              <a:xfrm flipV="1">
                <a:off x="16403437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8" name="Line"/>
              <p:cNvSpPr/>
              <p:nvPr/>
            </p:nvSpPr>
            <p:spPr>
              <a:xfrm flipV="1">
                <a:off x="3281716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49" name="Line"/>
              <p:cNvSpPr/>
              <p:nvPr/>
            </p:nvSpPr>
            <p:spPr>
              <a:xfrm flipV="1">
                <a:off x="3374434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0" name="Line"/>
              <p:cNvSpPr/>
              <p:nvPr/>
            </p:nvSpPr>
            <p:spPr>
              <a:xfrm flipV="1">
                <a:off x="3467153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1" name="Line"/>
              <p:cNvSpPr/>
              <p:nvPr/>
            </p:nvSpPr>
            <p:spPr>
              <a:xfrm flipV="1">
                <a:off x="3559872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2" name="Line"/>
              <p:cNvSpPr/>
              <p:nvPr/>
            </p:nvSpPr>
            <p:spPr>
              <a:xfrm flipV="1">
                <a:off x="329767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3" name="Line"/>
              <p:cNvSpPr/>
              <p:nvPr/>
            </p:nvSpPr>
            <p:spPr>
              <a:xfrm flipV="1">
                <a:off x="3390397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4" name="Line"/>
              <p:cNvSpPr/>
              <p:nvPr/>
            </p:nvSpPr>
            <p:spPr>
              <a:xfrm flipV="1">
                <a:off x="348311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5" name="Line"/>
              <p:cNvSpPr/>
              <p:nvPr/>
            </p:nvSpPr>
            <p:spPr>
              <a:xfrm flipV="1">
                <a:off x="357583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6" name="Rectangle"/>
              <p:cNvSpPr/>
              <p:nvPr/>
            </p:nvSpPr>
            <p:spPr>
              <a:xfrm>
                <a:off x="687789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57" name="Line"/>
              <p:cNvSpPr/>
              <p:nvPr/>
            </p:nvSpPr>
            <p:spPr>
              <a:xfrm>
                <a:off x="2980299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8" name="Line"/>
              <p:cNvSpPr/>
              <p:nvPr/>
            </p:nvSpPr>
            <p:spPr>
              <a:xfrm>
                <a:off x="2975947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59" name="Line"/>
              <p:cNvSpPr/>
              <p:nvPr/>
            </p:nvSpPr>
            <p:spPr>
              <a:xfrm>
                <a:off x="2975947" y="138624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0" name="Line"/>
              <p:cNvSpPr/>
              <p:nvPr/>
            </p:nvSpPr>
            <p:spPr>
              <a:xfrm>
                <a:off x="2977802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1" name="Line"/>
              <p:cNvSpPr/>
              <p:nvPr/>
            </p:nvSpPr>
            <p:spPr>
              <a:xfrm>
                <a:off x="1703615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2" name="Line"/>
              <p:cNvSpPr/>
              <p:nvPr/>
            </p:nvSpPr>
            <p:spPr>
              <a:xfrm>
                <a:off x="1798154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3" name="Line"/>
              <p:cNvSpPr/>
              <p:nvPr/>
            </p:nvSpPr>
            <p:spPr>
              <a:xfrm>
                <a:off x="1892693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4" name="Line"/>
              <p:cNvSpPr/>
              <p:nvPr/>
            </p:nvSpPr>
            <p:spPr>
              <a:xfrm>
                <a:off x="1987232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5" name="Line"/>
              <p:cNvSpPr/>
              <p:nvPr/>
            </p:nvSpPr>
            <p:spPr>
              <a:xfrm flipV="1">
                <a:off x="1703615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6" name="Line"/>
              <p:cNvSpPr/>
              <p:nvPr/>
            </p:nvSpPr>
            <p:spPr>
              <a:xfrm flipV="1">
                <a:off x="1798154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7" name="Line"/>
              <p:cNvSpPr/>
              <p:nvPr/>
            </p:nvSpPr>
            <p:spPr>
              <a:xfrm flipV="1">
                <a:off x="1892693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8" name="Line"/>
              <p:cNvSpPr/>
              <p:nvPr/>
            </p:nvSpPr>
            <p:spPr>
              <a:xfrm flipV="1">
                <a:off x="198723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69" name="SB"/>
              <p:cNvSpPr/>
              <p:nvPr/>
            </p:nvSpPr>
            <p:spPr>
              <a:xfrm>
                <a:off x="3174068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670" name="SB"/>
              <p:cNvSpPr/>
              <p:nvPr/>
            </p:nvSpPr>
            <p:spPr>
              <a:xfrm>
                <a:off x="3174068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675" name="Group"/>
              <p:cNvGrpSpPr/>
              <p:nvPr/>
            </p:nvGrpSpPr>
            <p:grpSpPr>
              <a:xfrm flipH="1" rot="10800000">
                <a:off x="83366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67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7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7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7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676" name="CLB"/>
              <p:cNvSpPr txBox="1"/>
              <p:nvPr/>
            </p:nvSpPr>
            <p:spPr>
              <a:xfrm>
                <a:off x="140144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677" name="Line"/>
              <p:cNvSpPr/>
              <p:nvPr/>
            </p:nvSpPr>
            <p:spPr>
              <a:xfrm flipV="1">
                <a:off x="650128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78" name="Line"/>
              <p:cNvSpPr/>
              <p:nvPr/>
            </p:nvSpPr>
            <p:spPr>
              <a:xfrm flipV="1">
                <a:off x="659400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79" name="Line"/>
              <p:cNvSpPr/>
              <p:nvPr/>
            </p:nvSpPr>
            <p:spPr>
              <a:xfrm flipV="1">
                <a:off x="6686725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0" name="Line"/>
              <p:cNvSpPr/>
              <p:nvPr/>
            </p:nvSpPr>
            <p:spPr>
              <a:xfrm flipV="1">
                <a:off x="677944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1" name="Rectangle"/>
              <p:cNvSpPr/>
              <p:nvPr/>
            </p:nvSpPr>
            <p:spPr>
              <a:xfrm>
                <a:off x="3891398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82" name="Line"/>
              <p:cNvSpPr/>
              <p:nvPr/>
            </p:nvSpPr>
            <p:spPr>
              <a:xfrm>
                <a:off x="6183908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3" name="Line"/>
              <p:cNvSpPr/>
              <p:nvPr/>
            </p:nvSpPr>
            <p:spPr>
              <a:xfrm>
                <a:off x="6179556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4" name="Line"/>
              <p:cNvSpPr/>
              <p:nvPr/>
            </p:nvSpPr>
            <p:spPr>
              <a:xfrm>
                <a:off x="6179556" y="138624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5" name="Line"/>
              <p:cNvSpPr/>
              <p:nvPr/>
            </p:nvSpPr>
            <p:spPr>
              <a:xfrm>
                <a:off x="6181411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6" name="Line"/>
              <p:cNvSpPr/>
              <p:nvPr/>
            </p:nvSpPr>
            <p:spPr>
              <a:xfrm>
                <a:off x="4907224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7" name="Line"/>
              <p:cNvSpPr/>
              <p:nvPr/>
            </p:nvSpPr>
            <p:spPr>
              <a:xfrm>
                <a:off x="5001763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8" name="Line"/>
              <p:cNvSpPr/>
              <p:nvPr/>
            </p:nvSpPr>
            <p:spPr>
              <a:xfrm>
                <a:off x="5096302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89" name="Line"/>
              <p:cNvSpPr/>
              <p:nvPr/>
            </p:nvSpPr>
            <p:spPr>
              <a:xfrm>
                <a:off x="5190841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0" name="Line"/>
              <p:cNvSpPr/>
              <p:nvPr/>
            </p:nvSpPr>
            <p:spPr>
              <a:xfrm flipV="1">
                <a:off x="4907224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1" name="Line"/>
              <p:cNvSpPr/>
              <p:nvPr/>
            </p:nvSpPr>
            <p:spPr>
              <a:xfrm flipV="1">
                <a:off x="5001763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2" name="Line"/>
              <p:cNvSpPr/>
              <p:nvPr/>
            </p:nvSpPr>
            <p:spPr>
              <a:xfrm flipV="1">
                <a:off x="5096302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3" name="Line"/>
              <p:cNvSpPr/>
              <p:nvPr/>
            </p:nvSpPr>
            <p:spPr>
              <a:xfrm flipV="1">
                <a:off x="519084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4" name="SB"/>
              <p:cNvSpPr/>
              <p:nvPr/>
            </p:nvSpPr>
            <p:spPr>
              <a:xfrm>
                <a:off x="6377677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695" name="SB"/>
              <p:cNvSpPr/>
              <p:nvPr/>
            </p:nvSpPr>
            <p:spPr>
              <a:xfrm>
                <a:off x="6377677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700" name="Group"/>
              <p:cNvGrpSpPr/>
              <p:nvPr/>
            </p:nvGrpSpPr>
            <p:grpSpPr>
              <a:xfrm flipH="1" rot="10800000">
                <a:off x="3286975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696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97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98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699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701" name="CLB"/>
              <p:cNvSpPr txBox="1"/>
              <p:nvPr/>
            </p:nvSpPr>
            <p:spPr>
              <a:xfrm>
                <a:off x="4605052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702" name="Line"/>
              <p:cNvSpPr/>
              <p:nvPr/>
            </p:nvSpPr>
            <p:spPr>
              <a:xfrm flipV="1">
                <a:off x="970815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3" name="Line"/>
              <p:cNvSpPr/>
              <p:nvPr/>
            </p:nvSpPr>
            <p:spPr>
              <a:xfrm flipV="1">
                <a:off x="980087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4" name="Line"/>
              <p:cNvSpPr/>
              <p:nvPr/>
            </p:nvSpPr>
            <p:spPr>
              <a:xfrm flipV="1">
                <a:off x="989359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5" name="Line"/>
              <p:cNvSpPr/>
              <p:nvPr/>
            </p:nvSpPr>
            <p:spPr>
              <a:xfrm flipV="1">
                <a:off x="998631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6" name="Rectangle"/>
              <p:cNvSpPr/>
              <p:nvPr/>
            </p:nvSpPr>
            <p:spPr>
              <a:xfrm>
                <a:off x="7098270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707" name="Line"/>
              <p:cNvSpPr/>
              <p:nvPr/>
            </p:nvSpPr>
            <p:spPr>
              <a:xfrm>
                <a:off x="9390779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8" name="Line"/>
              <p:cNvSpPr/>
              <p:nvPr/>
            </p:nvSpPr>
            <p:spPr>
              <a:xfrm>
                <a:off x="9386427" y="1291704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09" name="Line"/>
              <p:cNvSpPr/>
              <p:nvPr/>
            </p:nvSpPr>
            <p:spPr>
              <a:xfrm>
                <a:off x="9386427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0" name="Line"/>
              <p:cNvSpPr/>
              <p:nvPr/>
            </p:nvSpPr>
            <p:spPr>
              <a:xfrm>
                <a:off x="9388283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1" name="Line"/>
              <p:cNvSpPr/>
              <p:nvPr/>
            </p:nvSpPr>
            <p:spPr>
              <a:xfrm>
                <a:off x="8114096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2" name="Line"/>
              <p:cNvSpPr/>
              <p:nvPr/>
            </p:nvSpPr>
            <p:spPr>
              <a:xfrm>
                <a:off x="8208634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3" name="Line"/>
              <p:cNvSpPr/>
              <p:nvPr/>
            </p:nvSpPr>
            <p:spPr>
              <a:xfrm>
                <a:off x="8303173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4" name="Line"/>
              <p:cNvSpPr/>
              <p:nvPr/>
            </p:nvSpPr>
            <p:spPr>
              <a:xfrm>
                <a:off x="8397712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5" name="Line"/>
              <p:cNvSpPr/>
              <p:nvPr/>
            </p:nvSpPr>
            <p:spPr>
              <a:xfrm flipV="1">
                <a:off x="8114096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6" name="Line"/>
              <p:cNvSpPr/>
              <p:nvPr/>
            </p:nvSpPr>
            <p:spPr>
              <a:xfrm flipV="1">
                <a:off x="8208634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7" name="Line"/>
              <p:cNvSpPr/>
              <p:nvPr/>
            </p:nvSpPr>
            <p:spPr>
              <a:xfrm flipV="1">
                <a:off x="8303173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8" name="Line"/>
              <p:cNvSpPr/>
              <p:nvPr/>
            </p:nvSpPr>
            <p:spPr>
              <a:xfrm flipV="1">
                <a:off x="839771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19" name="SB"/>
              <p:cNvSpPr/>
              <p:nvPr/>
            </p:nvSpPr>
            <p:spPr>
              <a:xfrm>
                <a:off x="9584549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720" name="SB"/>
              <p:cNvSpPr/>
              <p:nvPr/>
            </p:nvSpPr>
            <p:spPr>
              <a:xfrm>
                <a:off x="9584549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725" name="Group"/>
              <p:cNvGrpSpPr/>
              <p:nvPr/>
            </p:nvGrpSpPr>
            <p:grpSpPr>
              <a:xfrm flipH="1" rot="10800000">
                <a:off x="6493847" y="1125051"/>
                <a:ext cx="600280" cy="283618"/>
                <a:chOff x="19050" y="0"/>
                <a:chExt cx="600279" cy="283617"/>
              </a:xfrm>
            </p:grpSpPr>
            <p:sp>
              <p:nvSpPr>
                <p:cNvPr id="72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2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2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2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726" name="CLB"/>
              <p:cNvSpPr txBox="1"/>
              <p:nvPr/>
            </p:nvSpPr>
            <p:spPr>
              <a:xfrm>
                <a:off x="781192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727" name="Line"/>
              <p:cNvSpPr/>
              <p:nvPr/>
            </p:nvSpPr>
            <p:spPr>
              <a:xfrm flipV="1">
                <a:off x="12909142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28" name="Line"/>
              <p:cNvSpPr/>
              <p:nvPr/>
            </p:nvSpPr>
            <p:spPr>
              <a:xfrm flipV="1">
                <a:off x="13001861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29" name="Line"/>
              <p:cNvSpPr/>
              <p:nvPr/>
            </p:nvSpPr>
            <p:spPr>
              <a:xfrm flipV="1">
                <a:off x="13094581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0" name="Line"/>
              <p:cNvSpPr/>
              <p:nvPr/>
            </p:nvSpPr>
            <p:spPr>
              <a:xfrm flipV="1">
                <a:off x="1318729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1" name="Rectangle"/>
              <p:cNvSpPr/>
              <p:nvPr/>
            </p:nvSpPr>
            <p:spPr>
              <a:xfrm>
                <a:off x="10299254" y="721476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732" name="Line"/>
              <p:cNvSpPr/>
              <p:nvPr/>
            </p:nvSpPr>
            <p:spPr>
              <a:xfrm>
                <a:off x="12591763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3" name="Line"/>
              <p:cNvSpPr/>
              <p:nvPr/>
            </p:nvSpPr>
            <p:spPr>
              <a:xfrm>
                <a:off x="12587410" y="1291704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4" name="Line"/>
              <p:cNvSpPr/>
              <p:nvPr/>
            </p:nvSpPr>
            <p:spPr>
              <a:xfrm>
                <a:off x="12587410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5" name="Line"/>
              <p:cNvSpPr/>
              <p:nvPr/>
            </p:nvSpPr>
            <p:spPr>
              <a:xfrm>
                <a:off x="12589266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6" name="Line"/>
              <p:cNvSpPr/>
              <p:nvPr/>
            </p:nvSpPr>
            <p:spPr>
              <a:xfrm>
                <a:off x="11315079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7" name="Line"/>
              <p:cNvSpPr/>
              <p:nvPr/>
            </p:nvSpPr>
            <p:spPr>
              <a:xfrm>
                <a:off x="11409619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8" name="Line"/>
              <p:cNvSpPr/>
              <p:nvPr/>
            </p:nvSpPr>
            <p:spPr>
              <a:xfrm>
                <a:off x="11504158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39" name="Line"/>
              <p:cNvSpPr/>
              <p:nvPr/>
            </p:nvSpPr>
            <p:spPr>
              <a:xfrm>
                <a:off x="11598695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40" name="Line"/>
              <p:cNvSpPr/>
              <p:nvPr/>
            </p:nvSpPr>
            <p:spPr>
              <a:xfrm flipV="1">
                <a:off x="11315079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41" name="Line"/>
              <p:cNvSpPr/>
              <p:nvPr/>
            </p:nvSpPr>
            <p:spPr>
              <a:xfrm flipV="1">
                <a:off x="11409619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42" name="Line"/>
              <p:cNvSpPr/>
              <p:nvPr/>
            </p:nvSpPr>
            <p:spPr>
              <a:xfrm flipV="1">
                <a:off x="11504158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43" name="Line"/>
              <p:cNvSpPr/>
              <p:nvPr/>
            </p:nvSpPr>
            <p:spPr>
              <a:xfrm flipV="1">
                <a:off x="11598697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44" name="SB"/>
              <p:cNvSpPr/>
              <p:nvPr/>
            </p:nvSpPr>
            <p:spPr>
              <a:xfrm>
                <a:off x="12785531" y="0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745" name="SB"/>
              <p:cNvSpPr/>
              <p:nvPr/>
            </p:nvSpPr>
            <p:spPr>
              <a:xfrm>
                <a:off x="12785531" y="2194071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750" name="Group"/>
              <p:cNvGrpSpPr/>
              <p:nvPr/>
            </p:nvGrpSpPr>
            <p:grpSpPr>
              <a:xfrm flipH="1" rot="10800000">
                <a:off x="9694830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746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7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8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9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751" name="CLB"/>
              <p:cNvSpPr txBox="1"/>
              <p:nvPr/>
            </p:nvSpPr>
            <p:spPr>
              <a:xfrm>
                <a:off x="11012906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752" name="Line"/>
              <p:cNvSpPr/>
              <p:nvPr/>
            </p:nvSpPr>
            <p:spPr>
              <a:xfrm flipV="1">
                <a:off x="1611863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3" name="Line"/>
              <p:cNvSpPr/>
              <p:nvPr/>
            </p:nvSpPr>
            <p:spPr>
              <a:xfrm flipV="1">
                <a:off x="1621135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4" name="Line"/>
              <p:cNvSpPr/>
              <p:nvPr/>
            </p:nvSpPr>
            <p:spPr>
              <a:xfrm flipV="1">
                <a:off x="1630407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5" name="Line"/>
              <p:cNvSpPr/>
              <p:nvPr/>
            </p:nvSpPr>
            <p:spPr>
              <a:xfrm flipV="1">
                <a:off x="16396795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6" name="Rectangle"/>
              <p:cNvSpPr/>
              <p:nvPr/>
            </p:nvSpPr>
            <p:spPr>
              <a:xfrm>
                <a:off x="13508750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757" name="Line"/>
              <p:cNvSpPr/>
              <p:nvPr/>
            </p:nvSpPr>
            <p:spPr>
              <a:xfrm>
                <a:off x="15801261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8" name="Line"/>
              <p:cNvSpPr/>
              <p:nvPr/>
            </p:nvSpPr>
            <p:spPr>
              <a:xfrm>
                <a:off x="15796908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59" name="Line"/>
              <p:cNvSpPr/>
              <p:nvPr/>
            </p:nvSpPr>
            <p:spPr>
              <a:xfrm>
                <a:off x="15796908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0" name="Line"/>
              <p:cNvSpPr/>
              <p:nvPr/>
            </p:nvSpPr>
            <p:spPr>
              <a:xfrm>
                <a:off x="15798762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1" name="Line"/>
              <p:cNvSpPr/>
              <p:nvPr/>
            </p:nvSpPr>
            <p:spPr>
              <a:xfrm>
                <a:off x="14524577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2" name="Line"/>
              <p:cNvSpPr/>
              <p:nvPr/>
            </p:nvSpPr>
            <p:spPr>
              <a:xfrm>
                <a:off x="14619117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3" name="Line"/>
              <p:cNvSpPr/>
              <p:nvPr/>
            </p:nvSpPr>
            <p:spPr>
              <a:xfrm>
                <a:off x="14713654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4" name="Line"/>
              <p:cNvSpPr/>
              <p:nvPr/>
            </p:nvSpPr>
            <p:spPr>
              <a:xfrm>
                <a:off x="14808193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5" name="Line"/>
              <p:cNvSpPr/>
              <p:nvPr/>
            </p:nvSpPr>
            <p:spPr>
              <a:xfrm flipV="1">
                <a:off x="14524577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6" name="Line"/>
              <p:cNvSpPr/>
              <p:nvPr/>
            </p:nvSpPr>
            <p:spPr>
              <a:xfrm flipV="1">
                <a:off x="14619117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7" name="Line"/>
              <p:cNvSpPr/>
              <p:nvPr/>
            </p:nvSpPr>
            <p:spPr>
              <a:xfrm flipV="1">
                <a:off x="14713654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8" name="Line"/>
              <p:cNvSpPr/>
              <p:nvPr/>
            </p:nvSpPr>
            <p:spPr>
              <a:xfrm flipV="1">
                <a:off x="14808193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9" name="SB"/>
              <p:cNvSpPr/>
              <p:nvPr/>
            </p:nvSpPr>
            <p:spPr>
              <a:xfrm>
                <a:off x="15995029" y="0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770" name="SB"/>
              <p:cNvSpPr/>
              <p:nvPr/>
            </p:nvSpPr>
            <p:spPr>
              <a:xfrm>
                <a:off x="15995029" y="2194071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775" name="Group"/>
              <p:cNvGrpSpPr/>
              <p:nvPr/>
            </p:nvGrpSpPr>
            <p:grpSpPr>
              <a:xfrm flipH="1" rot="10800000">
                <a:off x="12904327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77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7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7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7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776" name="CLB"/>
              <p:cNvSpPr txBox="1"/>
              <p:nvPr/>
            </p:nvSpPr>
            <p:spPr>
              <a:xfrm>
                <a:off x="1422240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777" name="Line"/>
              <p:cNvSpPr/>
              <p:nvPr/>
            </p:nvSpPr>
            <p:spPr>
              <a:xfrm flipH="1">
                <a:off x="444083" y="476634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78" name="Line"/>
              <p:cNvSpPr/>
              <p:nvPr/>
            </p:nvSpPr>
            <p:spPr>
              <a:xfrm flipH="1">
                <a:off x="444083" y="467362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79" name="Line"/>
              <p:cNvSpPr/>
              <p:nvPr/>
            </p:nvSpPr>
            <p:spPr>
              <a:xfrm flipH="1">
                <a:off x="444083" y="458090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0" name="Line"/>
              <p:cNvSpPr/>
              <p:nvPr/>
            </p:nvSpPr>
            <p:spPr>
              <a:xfrm flipH="1">
                <a:off x="444083" y="448818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1" name="Rectangle"/>
              <p:cNvSpPr/>
              <p:nvPr/>
            </p:nvSpPr>
            <p:spPr>
              <a:xfrm>
                <a:off x="671826" y="2900552"/>
                <a:ext cx="2293236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782" name="Line"/>
              <p:cNvSpPr/>
              <p:nvPr/>
            </p:nvSpPr>
            <p:spPr>
              <a:xfrm>
                <a:off x="2964336" y="337624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3" name="Line"/>
              <p:cNvSpPr/>
              <p:nvPr/>
            </p:nvSpPr>
            <p:spPr>
              <a:xfrm>
                <a:off x="2959984" y="347078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4" name="Line"/>
              <p:cNvSpPr/>
              <p:nvPr/>
            </p:nvSpPr>
            <p:spPr>
              <a:xfrm>
                <a:off x="2959984" y="356531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5" name="Line"/>
              <p:cNvSpPr/>
              <p:nvPr/>
            </p:nvSpPr>
            <p:spPr>
              <a:xfrm>
                <a:off x="2961840" y="3659859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6" name="Line"/>
              <p:cNvSpPr/>
              <p:nvPr/>
            </p:nvSpPr>
            <p:spPr>
              <a:xfrm flipV="1">
                <a:off x="1687653" y="4138807"/>
                <a:ext cx="1" cy="33285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7" name="Line"/>
              <p:cNvSpPr/>
              <p:nvPr/>
            </p:nvSpPr>
            <p:spPr>
              <a:xfrm flipV="1">
                <a:off x="1782192" y="413845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8" name="Line"/>
              <p:cNvSpPr/>
              <p:nvPr/>
            </p:nvSpPr>
            <p:spPr>
              <a:xfrm flipV="1">
                <a:off x="1876730" y="413902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9" name="Line"/>
              <p:cNvSpPr/>
              <p:nvPr/>
            </p:nvSpPr>
            <p:spPr>
              <a:xfrm flipV="1">
                <a:off x="1971270" y="413651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90" name="SB"/>
              <p:cNvSpPr/>
              <p:nvPr/>
            </p:nvSpPr>
            <p:spPr>
              <a:xfrm>
                <a:off x="3158105" y="437314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795" name="Group"/>
              <p:cNvGrpSpPr/>
              <p:nvPr/>
            </p:nvGrpSpPr>
            <p:grpSpPr>
              <a:xfrm flipH="1" rot="10800000">
                <a:off x="67403" y="3304127"/>
                <a:ext cx="600281" cy="283618"/>
                <a:chOff x="19050" y="0"/>
                <a:chExt cx="600279" cy="283617"/>
              </a:xfrm>
            </p:grpSpPr>
            <p:sp>
              <p:nvSpPr>
                <p:cNvPr id="79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796" name="CLB"/>
              <p:cNvSpPr txBox="1"/>
              <p:nvPr/>
            </p:nvSpPr>
            <p:spPr>
              <a:xfrm>
                <a:off x="1385480" y="325616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801" name="Group"/>
              <p:cNvGrpSpPr/>
              <p:nvPr/>
            </p:nvGrpSpPr>
            <p:grpSpPr>
              <a:xfrm flipH="1">
                <a:off x="1640383" y="2292524"/>
                <a:ext cx="283618" cy="629476"/>
                <a:chOff x="0" y="19050"/>
                <a:chExt cx="283616" cy="629474"/>
              </a:xfrm>
            </p:grpSpPr>
            <p:sp>
              <p:nvSpPr>
                <p:cNvPr id="797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8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9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00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02" name="Rectangle"/>
              <p:cNvSpPr/>
              <p:nvPr/>
            </p:nvSpPr>
            <p:spPr>
              <a:xfrm>
                <a:off x="3885453" y="289480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803" name="Line"/>
              <p:cNvSpPr/>
              <p:nvPr/>
            </p:nvSpPr>
            <p:spPr>
              <a:xfrm>
                <a:off x="6177963" y="3370492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4" name="Line"/>
              <p:cNvSpPr/>
              <p:nvPr/>
            </p:nvSpPr>
            <p:spPr>
              <a:xfrm>
                <a:off x="6173610" y="3465031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5" name="Line"/>
              <p:cNvSpPr/>
              <p:nvPr/>
            </p:nvSpPr>
            <p:spPr>
              <a:xfrm>
                <a:off x="6173610" y="3559570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6" name="Line"/>
              <p:cNvSpPr/>
              <p:nvPr/>
            </p:nvSpPr>
            <p:spPr>
              <a:xfrm>
                <a:off x="6175466" y="365410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7" name="Line"/>
              <p:cNvSpPr/>
              <p:nvPr/>
            </p:nvSpPr>
            <p:spPr>
              <a:xfrm flipV="1">
                <a:off x="4901279" y="413305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8" name="Line"/>
              <p:cNvSpPr/>
              <p:nvPr/>
            </p:nvSpPr>
            <p:spPr>
              <a:xfrm flipV="1">
                <a:off x="4995818" y="413270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9" name="Line"/>
              <p:cNvSpPr/>
              <p:nvPr/>
            </p:nvSpPr>
            <p:spPr>
              <a:xfrm flipV="1">
                <a:off x="5090357" y="4133274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10" name="Line"/>
              <p:cNvSpPr/>
              <p:nvPr/>
            </p:nvSpPr>
            <p:spPr>
              <a:xfrm flipV="1">
                <a:off x="5184896" y="413076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11" name="SB"/>
              <p:cNvSpPr/>
              <p:nvPr/>
            </p:nvSpPr>
            <p:spPr>
              <a:xfrm>
                <a:off x="6371732" y="4367398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816" name="Group"/>
              <p:cNvGrpSpPr/>
              <p:nvPr/>
            </p:nvGrpSpPr>
            <p:grpSpPr>
              <a:xfrm flipH="1" rot="10800000">
                <a:off x="3281029" y="3298377"/>
                <a:ext cx="600281" cy="283618"/>
                <a:chOff x="19050" y="0"/>
                <a:chExt cx="600279" cy="283617"/>
              </a:xfrm>
            </p:grpSpPr>
            <p:sp>
              <p:nvSpPr>
                <p:cNvPr id="812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13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14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15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17" name="CLB"/>
              <p:cNvSpPr txBox="1"/>
              <p:nvPr/>
            </p:nvSpPr>
            <p:spPr>
              <a:xfrm>
                <a:off x="4599106" y="325041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822" name="Group"/>
              <p:cNvGrpSpPr/>
              <p:nvPr/>
            </p:nvGrpSpPr>
            <p:grpSpPr>
              <a:xfrm flipH="1">
                <a:off x="4820292" y="2283900"/>
                <a:ext cx="283618" cy="629475"/>
                <a:chOff x="0" y="19050"/>
                <a:chExt cx="283616" cy="629474"/>
              </a:xfrm>
            </p:grpSpPr>
            <p:sp>
              <p:nvSpPr>
                <p:cNvPr id="818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19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20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21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23" name="Rectangle"/>
              <p:cNvSpPr/>
              <p:nvPr/>
            </p:nvSpPr>
            <p:spPr>
              <a:xfrm>
                <a:off x="7099079" y="2897678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824" name="Line"/>
              <p:cNvSpPr/>
              <p:nvPr/>
            </p:nvSpPr>
            <p:spPr>
              <a:xfrm>
                <a:off x="9391590" y="337336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25" name="Line"/>
              <p:cNvSpPr/>
              <p:nvPr/>
            </p:nvSpPr>
            <p:spPr>
              <a:xfrm>
                <a:off x="9387237" y="3467906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26" name="Line"/>
              <p:cNvSpPr/>
              <p:nvPr/>
            </p:nvSpPr>
            <p:spPr>
              <a:xfrm>
                <a:off x="9387237" y="356244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27" name="Line"/>
              <p:cNvSpPr/>
              <p:nvPr/>
            </p:nvSpPr>
            <p:spPr>
              <a:xfrm>
                <a:off x="9389092" y="365698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28" name="Line"/>
              <p:cNvSpPr/>
              <p:nvPr/>
            </p:nvSpPr>
            <p:spPr>
              <a:xfrm flipV="1">
                <a:off x="8114905" y="413593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29" name="Line"/>
              <p:cNvSpPr/>
              <p:nvPr/>
            </p:nvSpPr>
            <p:spPr>
              <a:xfrm flipV="1">
                <a:off x="8209445" y="4135578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30" name="Line"/>
              <p:cNvSpPr/>
              <p:nvPr/>
            </p:nvSpPr>
            <p:spPr>
              <a:xfrm flipV="1">
                <a:off x="8303984" y="4136149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31" name="Line"/>
              <p:cNvSpPr/>
              <p:nvPr/>
            </p:nvSpPr>
            <p:spPr>
              <a:xfrm flipV="1">
                <a:off x="8398523" y="4133638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32" name="SB"/>
              <p:cNvSpPr/>
              <p:nvPr/>
            </p:nvSpPr>
            <p:spPr>
              <a:xfrm>
                <a:off x="9585358" y="4370273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837" name="Group"/>
              <p:cNvGrpSpPr/>
              <p:nvPr/>
            </p:nvGrpSpPr>
            <p:grpSpPr>
              <a:xfrm flipH="1" rot="10800000">
                <a:off x="6494656" y="3301252"/>
                <a:ext cx="600281" cy="283618"/>
                <a:chOff x="19050" y="0"/>
                <a:chExt cx="600279" cy="283617"/>
              </a:xfrm>
            </p:grpSpPr>
            <p:sp>
              <p:nvSpPr>
                <p:cNvPr id="833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4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5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36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38" name="CLB"/>
              <p:cNvSpPr txBox="1"/>
              <p:nvPr/>
            </p:nvSpPr>
            <p:spPr>
              <a:xfrm>
                <a:off x="7812733" y="325328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843" name="Group"/>
              <p:cNvGrpSpPr/>
              <p:nvPr/>
            </p:nvGrpSpPr>
            <p:grpSpPr>
              <a:xfrm flipH="1">
                <a:off x="8039570" y="2286203"/>
                <a:ext cx="283618" cy="629476"/>
                <a:chOff x="0" y="19050"/>
                <a:chExt cx="283616" cy="629474"/>
              </a:xfrm>
            </p:grpSpPr>
            <p:sp>
              <p:nvSpPr>
                <p:cNvPr id="839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0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1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42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44" name="Rectangle"/>
              <p:cNvSpPr/>
              <p:nvPr/>
            </p:nvSpPr>
            <p:spPr>
              <a:xfrm>
                <a:off x="10312706" y="2891928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845" name="Line"/>
              <p:cNvSpPr/>
              <p:nvPr/>
            </p:nvSpPr>
            <p:spPr>
              <a:xfrm>
                <a:off x="12605215" y="336761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6" name="Line"/>
              <p:cNvSpPr/>
              <p:nvPr/>
            </p:nvSpPr>
            <p:spPr>
              <a:xfrm>
                <a:off x="12600864" y="3462156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7" name="Line"/>
              <p:cNvSpPr/>
              <p:nvPr/>
            </p:nvSpPr>
            <p:spPr>
              <a:xfrm>
                <a:off x="12600864" y="355669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8" name="Line"/>
              <p:cNvSpPr/>
              <p:nvPr/>
            </p:nvSpPr>
            <p:spPr>
              <a:xfrm>
                <a:off x="12602719" y="365123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9" name="Line"/>
              <p:cNvSpPr/>
              <p:nvPr/>
            </p:nvSpPr>
            <p:spPr>
              <a:xfrm flipV="1">
                <a:off x="11328532" y="41301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0" name="Line"/>
              <p:cNvSpPr/>
              <p:nvPr/>
            </p:nvSpPr>
            <p:spPr>
              <a:xfrm flipV="1">
                <a:off x="11423071" y="412982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1" name="Line"/>
              <p:cNvSpPr/>
              <p:nvPr/>
            </p:nvSpPr>
            <p:spPr>
              <a:xfrm flipV="1">
                <a:off x="11517609" y="413040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2" name="Line"/>
              <p:cNvSpPr/>
              <p:nvPr/>
            </p:nvSpPr>
            <p:spPr>
              <a:xfrm flipV="1">
                <a:off x="11612149" y="4127889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3" name="SB"/>
              <p:cNvSpPr/>
              <p:nvPr/>
            </p:nvSpPr>
            <p:spPr>
              <a:xfrm>
                <a:off x="12798985" y="4364523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858" name="Group"/>
              <p:cNvGrpSpPr/>
              <p:nvPr/>
            </p:nvGrpSpPr>
            <p:grpSpPr>
              <a:xfrm flipH="1" rot="10800000">
                <a:off x="9708282" y="3295503"/>
                <a:ext cx="600281" cy="283618"/>
                <a:chOff x="19050" y="0"/>
                <a:chExt cx="600279" cy="283617"/>
              </a:xfrm>
            </p:grpSpPr>
            <p:sp>
              <p:nvSpPr>
                <p:cNvPr id="854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5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6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57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59" name="CLB"/>
              <p:cNvSpPr txBox="1"/>
              <p:nvPr/>
            </p:nvSpPr>
            <p:spPr>
              <a:xfrm>
                <a:off x="11026360" y="324753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864" name="Group"/>
              <p:cNvGrpSpPr/>
              <p:nvPr/>
            </p:nvGrpSpPr>
            <p:grpSpPr>
              <a:xfrm flipH="1">
                <a:off x="11243903" y="2286203"/>
                <a:ext cx="283618" cy="629476"/>
                <a:chOff x="0" y="19050"/>
                <a:chExt cx="283616" cy="629474"/>
              </a:xfrm>
            </p:grpSpPr>
            <p:sp>
              <p:nvSpPr>
                <p:cNvPr id="860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61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62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63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65" name="Rectangle"/>
              <p:cNvSpPr/>
              <p:nvPr/>
            </p:nvSpPr>
            <p:spPr>
              <a:xfrm>
                <a:off x="13515392" y="289480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866" name="Line"/>
              <p:cNvSpPr/>
              <p:nvPr/>
            </p:nvSpPr>
            <p:spPr>
              <a:xfrm>
                <a:off x="15807900" y="3370492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67" name="Line"/>
              <p:cNvSpPr/>
              <p:nvPr/>
            </p:nvSpPr>
            <p:spPr>
              <a:xfrm>
                <a:off x="15803550" y="346503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68" name="Line"/>
              <p:cNvSpPr/>
              <p:nvPr/>
            </p:nvSpPr>
            <p:spPr>
              <a:xfrm>
                <a:off x="15803550" y="3559570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69" name="Line"/>
              <p:cNvSpPr/>
              <p:nvPr/>
            </p:nvSpPr>
            <p:spPr>
              <a:xfrm>
                <a:off x="15805404" y="365410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0" name="Line"/>
              <p:cNvSpPr/>
              <p:nvPr/>
            </p:nvSpPr>
            <p:spPr>
              <a:xfrm flipV="1">
                <a:off x="14531218" y="413305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1" name="Line"/>
              <p:cNvSpPr/>
              <p:nvPr/>
            </p:nvSpPr>
            <p:spPr>
              <a:xfrm flipV="1">
                <a:off x="14625755" y="413270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2" name="Line"/>
              <p:cNvSpPr/>
              <p:nvPr/>
            </p:nvSpPr>
            <p:spPr>
              <a:xfrm flipV="1">
                <a:off x="14720295" y="4133274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3" name="Line"/>
              <p:cNvSpPr/>
              <p:nvPr/>
            </p:nvSpPr>
            <p:spPr>
              <a:xfrm flipV="1">
                <a:off x="14814835" y="413076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4" name="SB"/>
              <p:cNvSpPr/>
              <p:nvPr/>
            </p:nvSpPr>
            <p:spPr>
              <a:xfrm>
                <a:off x="16001671" y="4367398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879" name="Group"/>
              <p:cNvGrpSpPr/>
              <p:nvPr/>
            </p:nvGrpSpPr>
            <p:grpSpPr>
              <a:xfrm flipH="1" rot="10800000">
                <a:off x="12910967" y="3298377"/>
                <a:ext cx="600281" cy="283618"/>
                <a:chOff x="19050" y="0"/>
                <a:chExt cx="600279" cy="283617"/>
              </a:xfrm>
            </p:grpSpPr>
            <p:sp>
              <p:nvSpPr>
                <p:cNvPr id="875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6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7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78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80" name="CLB"/>
              <p:cNvSpPr txBox="1"/>
              <p:nvPr/>
            </p:nvSpPr>
            <p:spPr>
              <a:xfrm>
                <a:off x="14229044" y="325041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885" name="Group"/>
              <p:cNvGrpSpPr/>
              <p:nvPr/>
            </p:nvGrpSpPr>
            <p:grpSpPr>
              <a:xfrm flipH="1">
                <a:off x="14428489" y="2292524"/>
                <a:ext cx="283618" cy="629476"/>
                <a:chOff x="0" y="19050"/>
                <a:chExt cx="283616" cy="629474"/>
              </a:xfrm>
            </p:grpSpPr>
            <p:sp>
              <p:nvSpPr>
                <p:cNvPr id="881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2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3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884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886" name="Line"/>
              <p:cNvSpPr/>
              <p:nvPr/>
            </p:nvSpPr>
            <p:spPr>
              <a:xfrm flipH="1">
                <a:off x="13250670" y="693943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87" name="Line"/>
              <p:cNvSpPr/>
              <p:nvPr/>
            </p:nvSpPr>
            <p:spPr>
              <a:xfrm flipH="1">
                <a:off x="13250670" y="6846711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88" name="Line"/>
              <p:cNvSpPr/>
              <p:nvPr/>
            </p:nvSpPr>
            <p:spPr>
              <a:xfrm flipH="1">
                <a:off x="13250670" y="675399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89" name="Line"/>
              <p:cNvSpPr/>
              <p:nvPr/>
            </p:nvSpPr>
            <p:spPr>
              <a:xfrm flipH="1">
                <a:off x="13250670" y="666127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0" name="Line"/>
              <p:cNvSpPr/>
              <p:nvPr/>
            </p:nvSpPr>
            <p:spPr>
              <a:xfrm flipH="1">
                <a:off x="10047984" y="693655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1" name="Line"/>
              <p:cNvSpPr/>
              <p:nvPr/>
            </p:nvSpPr>
            <p:spPr>
              <a:xfrm flipH="1">
                <a:off x="10047984" y="684383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2" name="Line"/>
              <p:cNvSpPr/>
              <p:nvPr/>
            </p:nvSpPr>
            <p:spPr>
              <a:xfrm flipH="1">
                <a:off x="10047984" y="675111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3" name="Line"/>
              <p:cNvSpPr/>
              <p:nvPr/>
            </p:nvSpPr>
            <p:spPr>
              <a:xfrm flipH="1">
                <a:off x="10047984" y="665839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4" name="Line"/>
              <p:cNvSpPr/>
              <p:nvPr/>
            </p:nvSpPr>
            <p:spPr>
              <a:xfrm flipH="1">
                <a:off x="6834357" y="694230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5" name="Line"/>
              <p:cNvSpPr/>
              <p:nvPr/>
            </p:nvSpPr>
            <p:spPr>
              <a:xfrm flipH="1">
                <a:off x="6834357" y="684958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6" name="Line"/>
              <p:cNvSpPr/>
              <p:nvPr/>
            </p:nvSpPr>
            <p:spPr>
              <a:xfrm flipH="1">
                <a:off x="6834357" y="675686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7" name="Line"/>
              <p:cNvSpPr/>
              <p:nvPr/>
            </p:nvSpPr>
            <p:spPr>
              <a:xfrm flipH="1">
                <a:off x="6834357" y="666414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8" name="Line"/>
              <p:cNvSpPr/>
              <p:nvPr/>
            </p:nvSpPr>
            <p:spPr>
              <a:xfrm flipH="1">
                <a:off x="3620730" y="693943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99" name="Line"/>
              <p:cNvSpPr/>
              <p:nvPr/>
            </p:nvSpPr>
            <p:spPr>
              <a:xfrm flipH="1">
                <a:off x="3620730" y="684671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0" name="Line"/>
              <p:cNvSpPr/>
              <p:nvPr/>
            </p:nvSpPr>
            <p:spPr>
              <a:xfrm flipH="1">
                <a:off x="3620730" y="675399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1" name="Line"/>
              <p:cNvSpPr/>
              <p:nvPr/>
            </p:nvSpPr>
            <p:spPr>
              <a:xfrm flipH="1">
                <a:off x="3620730" y="666127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2" name="Line"/>
              <p:cNvSpPr/>
              <p:nvPr/>
            </p:nvSpPr>
            <p:spPr>
              <a:xfrm flipH="1">
                <a:off x="407104" y="694517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3" name="Line"/>
              <p:cNvSpPr/>
              <p:nvPr/>
            </p:nvSpPr>
            <p:spPr>
              <a:xfrm flipH="1">
                <a:off x="407104" y="685246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4" name="Line"/>
              <p:cNvSpPr/>
              <p:nvPr/>
            </p:nvSpPr>
            <p:spPr>
              <a:xfrm flipH="1">
                <a:off x="407104" y="675974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5" name="Line"/>
              <p:cNvSpPr/>
              <p:nvPr/>
            </p:nvSpPr>
            <p:spPr>
              <a:xfrm flipH="1">
                <a:off x="407104" y="666702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6" name="Rectangle"/>
              <p:cNvSpPr/>
              <p:nvPr/>
            </p:nvSpPr>
            <p:spPr>
              <a:xfrm>
                <a:off x="634847" y="5079392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907" name="Line"/>
              <p:cNvSpPr/>
              <p:nvPr/>
            </p:nvSpPr>
            <p:spPr>
              <a:xfrm>
                <a:off x="2927357" y="555508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8" name="Line"/>
              <p:cNvSpPr/>
              <p:nvPr/>
            </p:nvSpPr>
            <p:spPr>
              <a:xfrm>
                <a:off x="2923005" y="564962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09" name="Line"/>
              <p:cNvSpPr/>
              <p:nvPr/>
            </p:nvSpPr>
            <p:spPr>
              <a:xfrm>
                <a:off x="2923005" y="574415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0" name="Line"/>
              <p:cNvSpPr/>
              <p:nvPr/>
            </p:nvSpPr>
            <p:spPr>
              <a:xfrm>
                <a:off x="2924861" y="5838698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1" name="Line"/>
              <p:cNvSpPr/>
              <p:nvPr/>
            </p:nvSpPr>
            <p:spPr>
              <a:xfrm flipV="1">
                <a:off x="1650673" y="6317646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2" name="Line"/>
              <p:cNvSpPr/>
              <p:nvPr/>
            </p:nvSpPr>
            <p:spPr>
              <a:xfrm flipV="1">
                <a:off x="1745212" y="631729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3" name="Line"/>
              <p:cNvSpPr/>
              <p:nvPr/>
            </p:nvSpPr>
            <p:spPr>
              <a:xfrm flipV="1">
                <a:off x="1839751" y="631786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4" name="Line"/>
              <p:cNvSpPr/>
              <p:nvPr/>
            </p:nvSpPr>
            <p:spPr>
              <a:xfrm flipV="1">
                <a:off x="1934291" y="631535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15" name="SB"/>
              <p:cNvSpPr/>
              <p:nvPr/>
            </p:nvSpPr>
            <p:spPr>
              <a:xfrm>
                <a:off x="3121126" y="6551987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920" name="Group"/>
              <p:cNvGrpSpPr/>
              <p:nvPr/>
            </p:nvGrpSpPr>
            <p:grpSpPr>
              <a:xfrm flipH="1" rot="10800000">
                <a:off x="30424" y="5482966"/>
                <a:ext cx="600281" cy="283619"/>
                <a:chOff x="19050" y="0"/>
                <a:chExt cx="600279" cy="283617"/>
              </a:xfrm>
            </p:grpSpPr>
            <p:sp>
              <p:nvSpPr>
                <p:cNvPr id="916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17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18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19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21" name="CLB"/>
              <p:cNvSpPr txBox="1"/>
              <p:nvPr/>
            </p:nvSpPr>
            <p:spPr>
              <a:xfrm>
                <a:off x="1348501" y="543500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926" name="Group"/>
              <p:cNvGrpSpPr/>
              <p:nvPr/>
            </p:nvGrpSpPr>
            <p:grpSpPr>
              <a:xfrm flipH="1">
                <a:off x="1603404" y="4471363"/>
                <a:ext cx="283617" cy="629476"/>
                <a:chOff x="0" y="19050"/>
                <a:chExt cx="283616" cy="629474"/>
              </a:xfrm>
            </p:grpSpPr>
            <p:sp>
              <p:nvSpPr>
                <p:cNvPr id="922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3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4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5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27" name="Rectangle"/>
              <p:cNvSpPr/>
              <p:nvPr/>
            </p:nvSpPr>
            <p:spPr>
              <a:xfrm>
                <a:off x="3848474" y="507364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928" name="Line"/>
              <p:cNvSpPr/>
              <p:nvPr/>
            </p:nvSpPr>
            <p:spPr>
              <a:xfrm>
                <a:off x="6140984" y="5549331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29" name="Line"/>
              <p:cNvSpPr/>
              <p:nvPr/>
            </p:nvSpPr>
            <p:spPr>
              <a:xfrm>
                <a:off x="6136631" y="564387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0" name="Line"/>
              <p:cNvSpPr/>
              <p:nvPr/>
            </p:nvSpPr>
            <p:spPr>
              <a:xfrm>
                <a:off x="6136631" y="5738410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1" name="Line"/>
              <p:cNvSpPr/>
              <p:nvPr/>
            </p:nvSpPr>
            <p:spPr>
              <a:xfrm>
                <a:off x="6138487" y="583294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2" name="Line"/>
              <p:cNvSpPr/>
              <p:nvPr/>
            </p:nvSpPr>
            <p:spPr>
              <a:xfrm flipV="1">
                <a:off x="4864300" y="631189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3" name="Line"/>
              <p:cNvSpPr/>
              <p:nvPr/>
            </p:nvSpPr>
            <p:spPr>
              <a:xfrm flipV="1">
                <a:off x="4958839" y="631154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4" name="Line"/>
              <p:cNvSpPr/>
              <p:nvPr/>
            </p:nvSpPr>
            <p:spPr>
              <a:xfrm flipV="1">
                <a:off x="5053378" y="631211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5" name="Line"/>
              <p:cNvSpPr/>
              <p:nvPr/>
            </p:nvSpPr>
            <p:spPr>
              <a:xfrm flipV="1">
                <a:off x="5147917" y="630960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6" name="SB"/>
              <p:cNvSpPr/>
              <p:nvPr/>
            </p:nvSpPr>
            <p:spPr>
              <a:xfrm>
                <a:off x="6334752" y="654623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941" name="Group"/>
              <p:cNvGrpSpPr/>
              <p:nvPr/>
            </p:nvGrpSpPr>
            <p:grpSpPr>
              <a:xfrm flipH="1" rot="10800000">
                <a:off x="3244050" y="5477217"/>
                <a:ext cx="600281" cy="283618"/>
                <a:chOff x="19050" y="0"/>
                <a:chExt cx="600279" cy="283617"/>
              </a:xfrm>
            </p:grpSpPr>
            <p:sp>
              <p:nvSpPr>
                <p:cNvPr id="93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3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3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4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42" name="CLB"/>
              <p:cNvSpPr txBox="1"/>
              <p:nvPr/>
            </p:nvSpPr>
            <p:spPr>
              <a:xfrm>
                <a:off x="4562127" y="542925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947" name="Group"/>
              <p:cNvGrpSpPr/>
              <p:nvPr/>
            </p:nvGrpSpPr>
            <p:grpSpPr>
              <a:xfrm flipH="1">
                <a:off x="4783313" y="4462739"/>
                <a:ext cx="283617" cy="629476"/>
                <a:chOff x="0" y="19050"/>
                <a:chExt cx="283616" cy="629474"/>
              </a:xfrm>
            </p:grpSpPr>
            <p:sp>
              <p:nvSpPr>
                <p:cNvPr id="943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44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45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46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48" name="Rectangle"/>
              <p:cNvSpPr/>
              <p:nvPr/>
            </p:nvSpPr>
            <p:spPr>
              <a:xfrm>
                <a:off x="7062100" y="5076518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949" name="Line"/>
              <p:cNvSpPr/>
              <p:nvPr/>
            </p:nvSpPr>
            <p:spPr>
              <a:xfrm>
                <a:off x="9354611" y="5552206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0" name="Line"/>
              <p:cNvSpPr/>
              <p:nvPr/>
            </p:nvSpPr>
            <p:spPr>
              <a:xfrm>
                <a:off x="9350257" y="5646746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1" name="Line"/>
              <p:cNvSpPr/>
              <p:nvPr/>
            </p:nvSpPr>
            <p:spPr>
              <a:xfrm>
                <a:off x="9350257" y="5741285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2" name="Line"/>
              <p:cNvSpPr/>
              <p:nvPr/>
            </p:nvSpPr>
            <p:spPr>
              <a:xfrm>
                <a:off x="9352113" y="583582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3" name="Line"/>
              <p:cNvSpPr/>
              <p:nvPr/>
            </p:nvSpPr>
            <p:spPr>
              <a:xfrm flipV="1">
                <a:off x="8077926" y="631477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4" name="Line"/>
              <p:cNvSpPr/>
              <p:nvPr/>
            </p:nvSpPr>
            <p:spPr>
              <a:xfrm flipV="1">
                <a:off x="8172466" y="6314418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5" name="Line"/>
              <p:cNvSpPr/>
              <p:nvPr/>
            </p:nvSpPr>
            <p:spPr>
              <a:xfrm flipV="1">
                <a:off x="8267005" y="6314989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6" name="Line"/>
              <p:cNvSpPr/>
              <p:nvPr/>
            </p:nvSpPr>
            <p:spPr>
              <a:xfrm flipV="1">
                <a:off x="8361544" y="6312478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7" name="SB"/>
              <p:cNvSpPr/>
              <p:nvPr/>
            </p:nvSpPr>
            <p:spPr>
              <a:xfrm>
                <a:off x="9548379" y="6549112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962" name="Group"/>
              <p:cNvGrpSpPr/>
              <p:nvPr/>
            </p:nvGrpSpPr>
            <p:grpSpPr>
              <a:xfrm flipH="1" rot="10800000">
                <a:off x="6457677" y="5480092"/>
                <a:ext cx="600280" cy="283618"/>
                <a:chOff x="19050" y="0"/>
                <a:chExt cx="600279" cy="283617"/>
              </a:xfrm>
            </p:grpSpPr>
            <p:sp>
              <p:nvSpPr>
                <p:cNvPr id="958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9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60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61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63" name="CLB"/>
              <p:cNvSpPr txBox="1"/>
              <p:nvPr/>
            </p:nvSpPr>
            <p:spPr>
              <a:xfrm>
                <a:off x="7775754" y="543212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968" name="Group"/>
              <p:cNvGrpSpPr/>
              <p:nvPr/>
            </p:nvGrpSpPr>
            <p:grpSpPr>
              <a:xfrm flipH="1">
                <a:off x="8002591" y="4465043"/>
                <a:ext cx="283617" cy="629476"/>
                <a:chOff x="0" y="19050"/>
                <a:chExt cx="283616" cy="629474"/>
              </a:xfrm>
            </p:grpSpPr>
            <p:sp>
              <p:nvSpPr>
                <p:cNvPr id="964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65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66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67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69" name="Rectangle"/>
              <p:cNvSpPr/>
              <p:nvPr/>
            </p:nvSpPr>
            <p:spPr>
              <a:xfrm>
                <a:off x="10275727" y="5070768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970" name="Line"/>
              <p:cNvSpPr/>
              <p:nvPr/>
            </p:nvSpPr>
            <p:spPr>
              <a:xfrm>
                <a:off x="12568236" y="554645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1" name="Line"/>
              <p:cNvSpPr/>
              <p:nvPr/>
            </p:nvSpPr>
            <p:spPr>
              <a:xfrm>
                <a:off x="12563885" y="5640995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2" name="Line"/>
              <p:cNvSpPr/>
              <p:nvPr/>
            </p:nvSpPr>
            <p:spPr>
              <a:xfrm>
                <a:off x="12563885" y="573553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3" name="Line"/>
              <p:cNvSpPr/>
              <p:nvPr/>
            </p:nvSpPr>
            <p:spPr>
              <a:xfrm>
                <a:off x="12565740" y="583007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4" name="Line"/>
              <p:cNvSpPr/>
              <p:nvPr/>
            </p:nvSpPr>
            <p:spPr>
              <a:xfrm flipV="1">
                <a:off x="11291553" y="630902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5" name="Line"/>
              <p:cNvSpPr/>
              <p:nvPr/>
            </p:nvSpPr>
            <p:spPr>
              <a:xfrm flipV="1">
                <a:off x="11386091" y="630866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6" name="Line"/>
              <p:cNvSpPr/>
              <p:nvPr/>
            </p:nvSpPr>
            <p:spPr>
              <a:xfrm flipV="1">
                <a:off x="11480630" y="6309239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7" name="Line"/>
              <p:cNvSpPr/>
              <p:nvPr/>
            </p:nvSpPr>
            <p:spPr>
              <a:xfrm flipV="1">
                <a:off x="11575170" y="6306729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8" name="SB"/>
              <p:cNvSpPr/>
              <p:nvPr/>
            </p:nvSpPr>
            <p:spPr>
              <a:xfrm>
                <a:off x="12762006" y="6543363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983" name="Group"/>
              <p:cNvGrpSpPr/>
              <p:nvPr/>
            </p:nvGrpSpPr>
            <p:grpSpPr>
              <a:xfrm flipH="1" rot="10800000">
                <a:off x="9671303" y="5474342"/>
                <a:ext cx="600281" cy="283618"/>
                <a:chOff x="19050" y="0"/>
                <a:chExt cx="600279" cy="283617"/>
              </a:xfrm>
            </p:grpSpPr>
            <p:sp>
              <p:nvSpPr>
                <p:cNvPr id="979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0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1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2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84" name="CLB"/>
              <p:cNvSpPr txBox="1"/>
              <p:nvPr/>
            </p:nvSpPr>
            <p:spPr>
              <a:xfrm>
                <a:off x="10989381" y="542637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989" name="Group"/>
              <p:cNvGrpSpPr/>
              <p:nvPr/>
            </p:nvGrpSpPr>
            <p:grpSpPr>
              <a:xfrm flipH="1">
                <a:off x="11206924" y="4465043"/>
                <a:ext cx="283617" cy="629476"/>
                <a:chOff x="0" y="19050"/>
                <a:chExt cx="283616" cy="629474"/>
              </a:xfrm>
            </p:grpSpPr>
            <p:sp>
              <p:nvSpPr>
                <p:cNvPr id="985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6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7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88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90" name="Rectangle"/>
              <p:cNvSpPr/>
              <p:nvPr/>
            </p:nvSpPr>
            <p:spPr>
              <a:xfrm>
                <a:off x="13478411" y="507364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991" name="Line"/>
              <p:cNvSpPr/>
              <p:nvPr/>
            </p:nvSpPr>
            <p:spPr>
              <a:xfrm>
                <a:off x="15770922" y="554933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2" name="Line"/>
              <p:cNvSpPr/>
              <p:nvPr/>
            </p:nvSpPr>
            <p:spPr>
              <a:xfrm>
                <a:off x="15766569" y="564387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3" name="Line"/>
              <p:cNvSpPr/>
              <p:nvPr/>
            </p:nvSpPr>
            <p:spPr>
              <a:xfrm>
                <a:off x="15766569" y="5738410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4" name="Line"/>
              <p:cNvSpPr/>
              <p:nvPr/>
            </p:nvSpPr>
            <p:spPr>
              <a:xfrm>
                <a:off x="15768426" y="583294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5" name="Line"/>
              <p:cNvSpPr/>
              <p:nvPr/>
            </p:nvSpPr>
            <p:spPr>
              <a:xfrm flipV="1">
                <a:off x="14494238" y="631189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6" name="Line"/>
              <p:cNvSpPr/>
              <p:nvPr/>
            </p:nvSpPr>
            <p:spPr>
              <a:xfrm flipV="1">
                <a:off x="14588777" y="631154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7" name="Line"/>
              <p:cNvSpPr/>
              <p:nvPr/>
            </p:nvSpPr>
            <p:spPr>
              <a:xfrm flipV="1">
                <a:off x="14683315" y="631211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8" name="Line"/>
              <p:cNvSpPr/>
              <p:nvPr/>
            </p:nvSpPr>
            <p:spPr>
              <a:xfrm flipV="1">
                <a:off x="14777854" y="630960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9" name="SB"/>
              <p:cNvSpPr/>
              <p:nvPr/>
            </p:nvSpPr>
            <p:spPr>
              <a:xfrm>
                <a:off x="15964690" y="654623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004" name="Group"/>
              <p:cNvGrpSpPr/>
              <p:nvPr/>
            </p:nvGrpSpPr>
            <p:grpSpPr>
              <a:xfrm flipH="1" rot="10800000">
                <a:off x="12873988" y="5477217"/>
                <a:ext cx="600281" cy="283618"/>
                <a:chOff x="19050" y="0"/>
                <a:chExt cx="600279" cy="283617"/>
              </a:xfrm>
            </p:grpSpPr>
            <p:sp>
              <p:nvSpPr>
                <p:cNvPr id="1000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1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2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3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05" name="CLB"/>
              <p:cNvSpPr txBox="1"/>
              <p:nvPr/>
            </p:nvSpPr>
            <p:spPr>
              <a:xfrm>
                <a:off x="14192067" y="542925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010" name="Group"/>
              <p:cNvGrpSpPr/>
              <p:nvPr/>
            </p:nvGrpSpPr>
            <p:grpSpPr>
              <a:xfrm flipH="1">
                <a:off x="14391509" y="4471363"/>
                <a:ext cx="283617" cy="629476"/>
                <a:chOff x="0" y="19050"/>
                <a:chExt cx="283616" cy="629474"/>
              </a:xfrm>
            </p:grpSpPr>
            <p:sp>
              <p:nvSpPr>
                <p:cNvPr id="1006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7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8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09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11" name="Line"/>
              <p:cNvSpPr/>
              <p:nvPr/>
            </p:nvSpPr>
            <p:spPr>
              <a:xfrm flipH="1">
                <a:off x="13239294" y="91172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2" name="Line"/>
              <p:cNvSpPr/>
              <p:nvPr/>
            </p:nvSpPr>
            <p:spPr>
              <a:xfrm flipH="1">
                <a:off x="13239294" y="902448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3" name="Line"/>
              <p:cNvSpPr/>
              <p:nvPr/>
            </p:nvSpPr>
            <p:spPr>
              <a:xfrm flipH="1">
                <a:off x="13239294" y="893176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4" name="Line"/>
              <p:cNvSpPr/>
              <p:nvPr/>
            </p:nvSpPr>
            <p:spPr>
              <a:xfrm flipH="1">
                <a:off x="13239294" y="883905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5" name="Line"/>
              <p:cNvSpPr/>
              <p:nvPr/>
            </p:nvSpPr>
            <p:spPr>
              <a:xfrm flipH="1">
                <a:off x="10036609" y="911433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6" name="Line"/>
              <p:cNvSpPr/>
              <p:nvPr/>
            </p:nvSpPr>
            <p:spPr>
              <a:xfrm flipH="1">
                <a:off x="10036609" y="902161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7" name="Line"/>
              <p:cNvSpPr/>
              <p:nvPr/>
            </p:nvSpPr>
            <p:spPr>
              <a:xfrm flipH="1">
                <a:off x="10036609" y="892889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8" name="Line"/>
              <p:cNvSpPr/>
              <p:nvPr/>
            </p:nvSpPr>
            <p:spPr>
              <a:xfrm flipH="1">
                <a:off x="10036609" y="8836176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9" name="Line"/>
              <p:cNvSpPr/>
              <p:nvPr/>
            </p:nvSpPr>
            <p:spPr>
              <a:xfrm flipH="1">
                <a:off x="6822982" y="912008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0" name="Line"/>
              <p:cNvSpPr/>
              <p:nvPr/>
            </p:nvSpPr>
            <p:spPr>
              <a:xfrm flipH="1">
                <a:off x="6822982" y="902736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1" name="Line"/>
              <p:cNvSpPr/>
              <p:nvPr/>
            </p:nvSpPr>
            <p:spPr>
              <a:xfrm flipH="1">
                <a:off x="6822982" y="8934643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2" name="Line"/>
              <p:cNvSpPr/>
              <p:nvPr/>
            </p:nvSpPr>
            <p:spPr>
              <a:xfrm flipH="1">
                <a:off x="6822982" y="8841925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3" name="Line"/>
              <p:cNvSpPr/>
              <p:nvPr/>
            </p:nvSpPr>
            <p:spPr>
              <a:xfrm flipH="1">
                <a:off x="3609356" y="91172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4" name="Line"/>
              <p:cNvSpPr/>
              <p:nvPr/>
            </p:nvSpPr>
            <p:spPr>
              <a:xfrm flipH="1">
                <a:off x="3609356" y="902448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5" name="Line"/>
              <p:cNvSpPr/>
              <p:nvPr/>
            </p:nvSpPr>
            <p:spPr>
              <a:xfrm flipH="1">
                <a:off x="3609356" y="893176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6" name="Line"/>
              <p:cNvSpPr/>
              <p:nvPr/>
            </p:nvSpPr>
            <p:spPr>
              <a:xfrm flipH="1">
                <a:off x="3609356" y="883905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7" name="Line"/>
              <p:cNvSpPr/>
              <p:nvPr/>
            </p:nvSpPr>
            <p:spPr>
              <a:xfrm flipH="1">
                <a:off x="395729" y="9122956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8" name="Line"/>
              <p:cNvSpPr/>
              <p:nvPr/>
            </p:nvSpPr>
            <p:spPr>
              <a:xfrm flipH="1">
                <a:off x="395729" y="9030237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29" name="Line"/>
              <p:cNvSpPr/>
              <p:nvPr/>
            </p:nvSpPr>
            <p:spPr>
              <a:xfrm flipH="1">
                <a:off x="395729" y="8937518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0" name="Line"/>
              <p:cNvSpPr/>
              <p:nvPr/>
            </p:nvSpPr>
            <p:spPr>
              <a:xfrm flipH="1">
                <a:off x="395729" y="884480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1" name="Rectangle"/>
              <p:cNvSpPr/>
              <p:nvPr/>
            </p:nvSpPr>
            <p:spPr>
              <a:xfrm>
                <a:off x="623473" y="7257168"/>
                <a:ext cx="2293235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032" name="Line"/>
              <p:cNvSpPr/>
              <p:nvPr/>
            </p:nvSpPr>
            <p:spPr>
              <a:xfrm>
                <a:off x="2915983" y="7732858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3" name="Line"/>
              <p:cNvSpPr/>
              <p:nvPr/>
            </p:nvSpPr>
            <p:spPr>
              <a:xfrm>
                <a:off x="2911630" y="7827396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4" name="Line"/>
              <p:cNvSpPr/>
              <p:nvPr/>
            </p:nvSpPr>
            <p:spPr>
              <a:xfrm>
                <a:off x="2911630" y="7921935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5" name="Line"/>
              <p:cNvSpPr/>
              <p:nvPr/>
            </p:nvSpPr>
            <p:spPr>
              <a:xfrm>
                <a:off x="2913486" y="801647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6" name="Line"/>
              <p:cNvSpPr/>
              <p:nvPr/>
            </p:nvSpPr>
            <p:spPr>
              <a:xfrm flipV="1">
                <a:off x="1639299" y="8495423"/>
                <a:ext cx="1" cy="33285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7" name="Line"/>
              <p:cNvSpPr/>
              <p:nvPr/>
            </p:nvSpPr>
            <p:spPr>
              <a:xfrm flipV="1">
                <a:off x="1733838" y="849506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8" name="Line"/>
              <p:cNvSpPr/>
              <p:nvPr/>
            </p:nvSpPr>
            <p:spPr>
              <a:xfrm flipV="1">
                <a:off x="1828377" y="849564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39" name="Line"/>
              <p:cNvSpPr/>
              <p:nvPr/>
            </p:nvSpPr>
            <p:spPr>
              <a:xfrm flipV="1">
                <a:off x="1922916" y="849312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40" name="SB"/>
              <p:cNvSpPr/>
              <p:nvPr/>
            </p:nvSpPr>
            <p:spPr>
              <a:xfrm>
                <a:off x="3109752" y="8729764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045" name="Group"/>
              <p:cNvGrpSpPr/>
              <p:nvPr/>
            </p:nvGrpSpPr>
            <p:grpSpPr>
              <a:xfrm flipH="1" rot="10800000">
                <a:off x="19050" y="7660743"/>
                <a:ext cx="600280" cy="283618"/>
                <a:chOff x="19050" y="0"/>
                <a:chExt cx="600279" cy="283617"/>
              </a:xfrm>
            </p:grpSpPr>
            <p:sp>
              <p:nvSpPr>
                <p:cNvPr id="104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46" name="CLB"/>
              <p:cNvSpPr txBox="1"/>
              <p:nvPr/>
            </p:nvSpPr>
            <p:spPr>
              <a:xfrm>
                <a:off x="1337126" y="761277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051" name="Group"/>
              <p:cNvGrpSpPr/>
              <p:nvPr/>
            </p:nvGrpSpPr>
            <p:grpSpPr>
              <a:xfrm flipH="1">
                <a:off x="1592029" y="6649140"/>
                <a:ext cx="283618" cy="629476"/>
                <a:chOff x="0" y="19050"/>
                <a:chExt cx="283616" cy="629474"/>
              </a:xfrm>
            </p:grpSpPr>
            <p:sp>
              <p:nvSpPr>
                <p:cNvPr id="1047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8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49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50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52" name="Rectangle"/>
              <p:cNvSpPr/>
              <p:nvPr/>
            </p:nvSpPr>
            <p:spPr>
              <a:xfrm>
                <a:off x="3837099" y="7251419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053" name="Line"/>
              <p:cNvSpPr/>
              <p:nvPr/>
            </p:nvSpPr>
            <p:spPr>
              <a:xfrm>
                <a:off x="6129609" y="7727108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4" name="Line"/>
              <p:cNvSpPr/>
              <p:nvPr/>
            </p:nvSpPr>
            <p:spPr>
              <a:xfrm>
                <a:off x="6125257" y="7821647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5" name="Line"/>
              <p:cNvSpPr/>
              <p:nvPr/>
            </p:nvSpPr>
            <p:spPr>
              <a:xfrm>
                <a:off x="6125257" y="7916186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6" name="Line"/>
              <p:cNvSpPr/>
              <p:nvPr/>
            </p:nvSpPr>
            <p:spPr>
              <a:xfrm>
                <a:off x="6127112" y="801072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7" name="Line"/>
              <p:cNvSpPr/>
              <p:nvPr/>
            </p:nvSpPr>
            <p:spPr>
              <a:xfrm flipV="1">
                <a:off x="4852925" y="8489673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8" name="Line"/>
              <p:cNvSpPr/>
              <p:nvPr/>
            </p:nvSpPr>
            <p:spPr>
              <a:xfrm flipV="1">
                <a:off x="4947464" y="848931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59" name="Line"/>
              <p:cNvSpPr/>
              <p:nvPr/>
            </p:nvSpPr>
            <p:spPr>
              <a:xfrm flipV="1">
                <a:off x="5042003" y="84898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60" name="Line"/>
              <p:cNvSpPr/>
              <p:nvPr/>
            </p:nvSpPr>
            <p:spPr>
              <a:xfrm flipV="1">
                <a:off x="5136543" y="848737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61" name="SB"/>
              <p:cNvSpPr/>
              <p:nvPr/>
            </p:nvSpPr>
            <p:spPr>
              <a:xfrm>
                <a:off x="6323378" y="8724014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066" name="Group"/>
              <p:cNvGrpSpPr/>
              <p:nvPr/>
            </p:nvGrpSpPr>
            <p:grpSpPr>
              <a:xfrm flipH="1" rot="10800000">
                <a:off x="3232676" y="7654993"/>
                <a:ext cx="600281" cy="283619"/>
                <a:chOff x="19050" y="0"/>
                <a:chExt cx="600279" cy="283617"/>
              </a:xfrm>
            </p:grpSpPr>
            <p:sp>
              <p:nvSpPr>
                <p:cNvPr id="1062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63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64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65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67" name="CLB"/>
              <p:cNvSpPr txBox="1"/>
              <p:nvPr/>
            </p:nvSpPr>
            <p:spPr>
              <a:xfrm>
                <a:off x="4550753" y="760702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072" name="Group"/>
              <p:cNvGrpSpPr/>
              <p:nvPr/>
            </p:nvGrpSpPr>
            <p:grpSpPr>
              <a:xfrm flipH="1">
                <a:off x="4771938" y="6640516"/>
                <a:ext cx="283618" cy="629476"/>
                <a:chOff x="0" y="19050"/>
                <a:chExt cx="283616" cy="629474"/>
              </a:xfrm>
            </p:grpSpPr>
            <p:sp>
              <p:nvSpPr>
                <p:cNvPr id="1068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69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70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71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73" name="Rectangle"/>
              <p:cNvSpPr/>
              <p:nvPr/>
            </p:nvSpPr>
            <p:spPr>
              <a:xfrm>
                <a:off x="7050726" y="7254294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074" name="Line"/>
              <p:cNvSpPr/>
              <p:nvPr/>
            </p:nvSpPr>
            <p:spPr>
              <a:xfrm>
                <a:off x="9343236" y="7729983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75" name="Line"/>
              <p:cNvSpPr/>
              <p:nvPr/>
            </p:nvSpPr>
            <p:spPr>
              <a:xfrm>
                <a:off x="9338883" y="7824522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76" name="Line"/>
              <p:cNvSpPr/>
              <p:nvPr/>
            </p:nvSpPr>
            <p:spPr>
              <a:xfrm>
                <a:off x="9338883" y="7919061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77" name="Line"/>
              <p:cNvSpPr/>
              <p:nvPr/>
            </p:nvSpPr>
            <p:spPr>
              <a:xfrm>
                <a:off x="9340739" y="8013600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78" name="Line"/>
              <p:cNvSpPr/>
              <p:nvPr/>
            </p:nvSpPr>
            <p:spPr>
              <a:xfrm flipV="1">
                <a:off x="8066552" y="8492548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79" name="Line"/>
              <p:cNvSpPr/>
              <p:nvPr/>
            </p:nvSpPr>
            <p:spPr>
              <a:xfrm flipV="1">
                <a:off x="8161091" y="8492194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80" name="Line"/>
              <p:cNvSpPr/>
              <p:nvPr/>
            </p:nvSpPr>
            <p:spPr>
              <a:xfrm flipV="1">
                <a:off x="8255630" y="8492765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81" name="Line"/>
              <p:cNvSpPr/>
              <p:nvPr/>
            </p:nvSpPr>
            <p:spPr>
              <a:xfrm flipV="1">
                <a:off x="8350170" y="8490254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82" name="SB"/>
              <p:cNvSpPr/>
              <p:nvPr/>
            </p:nvSpPr>
            <p:spPr>
              <a:xfrm>
                <a:off x="9537004" y="8726889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087" name="Group"/>
              <p:cNvGrpSpPr/>
              <p:nvPr/>
            </p:nvGrpSpPr>
            <p:grpSpPr>
              <a:xfrm flipH="1" rot="10800000">
                <a:off x="6446302" y="7657869"/>
                <a:ext cx="600281" cy="283618"/>
                <a:chOff x="19050" y="0"/>
                <a:chExt cx="600279" cy="283617"/>
              </a:xfrm>
            </p:grpSpPr>
            <p:sp>
              <p:nvSpPr>
                <p:cNvPr id="1083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84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85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86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88" name="CLB"/>
              <p:cNvSpPr txBox="1"/>
              <p:nvPr/>
            </p:nvSpPr>
            <p:spPr>
              <a:xfrm>
                <a:off x="7764379" y="7609901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093" name="Group"/>
              <p:cNvGrpSpPr/>
              <p:nvPr/>
            </p:nvGrpSpPr>
            <p:grpSpPr>
              <a:xfrm flipH="1">
                <a:off x="7991216" y="6642820"/>
                <a:ext cx="283618" cy="629475"/>
                <a:chOff x="0" y="19050"/>
                <a:chExt cx="283616" cy="629474"/>
              </a:xfrm>
            </p:grpSpPr>
            <p:sp>
              <p:nvSpPr>
                <p:cNvPr id="1089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90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91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092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094" name="Rectangle"/>
              <p:cNvSpPr/>
              <p:nvPr/>
            </p:nvSpPr>
            <p:spPr>
              <a:xfrm>
                <a:off x="10264352" y="7248544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095" name="Line"/>
              <p:cNvSpPr/>
              <p:nvPr/>
            </p:nvSpPr>
            <p:spPr>
              <a:xfrm>
                <a:off x="12556862" y="7724233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96" name="Line"/>
              <p:cNvSpPr/>
              <p:nvPr/>
            </p:nvSpPr>
            <p:spPr>
              <a:xfrm>
                <a:off x="12552510" y="7818772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97" name="Line"/>
              <p:cNvSpPr/>
              <p:nvPr/>
            </p:nvSpPr>
            <p:spPr>
              <a:xfrm>
                <a:off x="12552510" y="7913311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98" name="Line"/>
              <p:cNvSpPr/>
              <p:nvPr/>
            </p:nvSpPr>
            <p:spPr>
              <a:xfrm>
                <a:off x="12554366" y="8007850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99" name="Line"/>
              <p:cNvSpPr/>
              <p:nvPr/>
            </p:nvSpPr>
            <p:spPr>
              <a:xfrm flipV="1">
                <a:off x="11280179" y="8486798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00" name="Line"/>
              <p:cNvSpPr/>
              <p:nvPr/>
            </p:nvSpPr>
            <p:spPr>
              <a:xfrm flipV="1">
                <a:off x="11374717" y="8486445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01" name="Line"/>
              <p:cNvSpPr/>
              <p:nvPr/>
            </p:nvSpPr>
            <p:spPr>
              <a:xfrm flipV="1">
                <a:off x="11469256" y="8487016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02" name="Line"/>
              <p:cNvSpPr/>
              <p:nvPr/>
            </p:nvSpPr>
            <p:spPr>
              <a:xfrm flipV="1">
                <a:off x="11563795" y="8484505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03" name="SB"/>
              <p:cNvSpPr/>
              <p:nvPr/>
            </p:nvSpPr>
            <p:spPr>
              <a:xfrm>
                <a:off x="12750631" y="8721139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108" name="Group"/>
              <p:cNvGrpSpPr/>
              <p:nvPr/>
            </p:nvGrpSpPr>
            <p:grpSpPr>
              <a:xfrm flipH="1" rot="10800000">
                <a:off x="9659928" y="7652118"/>
                <a:ext cx="600281" cy="283619"/>
                <a:chOff x="19050" y="0"/>
                <a:chExt cx="600279" cy="283617"/>
              </a:xfrm>
            </p:grpSpPr>
            <p:sp>
              <p:nvSpPr>
                <p:cNvPr id="1104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05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06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07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109" name="CLB"/>
              <p:cNvSpPr txBox="1"/>
              <p:nvPr/>
            </p:nvSpPr>
            <p:spPr>
              <a:xfrm>
                <a:off x="10978006" y="7604152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114" name="Group"/>
              <p:cNvGrpSpPr/>
              <p:nvPr/>
            </p:nvGrpSpPr>
            <p:grpSpPr>
              <a:xfrm flipH="1">
                <a:off x="11195549" y="6642820"/>
                <a:ext cx="283618" cy="629475"/>
                <a:chOff x="0" y="19050"/>
                <a:chExt cx="283616" cy="629474"/>
              </a:xfrm>
            </p:grpSpPr>
            <p:sp>
              <p:nvSpPr>
                <p:cNvPr id="1110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11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12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13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115" name="Rectangle"/>
              <p:cNvSpPr/>
              <p:nvPr/>
            </p:nvSpPr>
            <p:spPr>
              <a:xfrm>
                <a:off x="13467038" y="7251419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116" name="Line"/>
              <p:cNvSpPr/>
              <p:nvPr/>
            </p:nvSpPr>
            <p:spPr>
              <a:xfrm>
                <a:off x="15759546" y="7727108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17" name="Line"/>
              <p:cNvSpPr/>
              <p:nvPr/>
            </p:nvSpPr>
            <p:spPr>
              <a:xfrm>
                <a:off x="15755196" y="7821647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18" name="Line"/>
              <p:cNvSpPr/>
              <p:nvPr/>
            </p:nvSpPr>
            <p:spPr>
              <a:xfrm>
                <a:off x="15755196" y="7916186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19" name="Line"/>
              <p:cNvSpPr/>
              <p:nvPr/>
            </p:nvSpPr>
            <p:spPr>
              <a:xfrm>
                <a:off x="15757050" y="801072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20" name="Line"/>
              <p:cNvSpPr/>
              <p:nvPr/>
            </p:nvSpPr>
            <p:spPr>
              <a:xfrm flipV="1">
                <a:off x="14482865" y="8489673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21" name="Line"/>
              <p:cNvSpPr/>
              <p:nvPr/>
            </p:nvSpPr>
            <p:spPr>
              <a:xfrm flipV="1">
                <a:off x="14577401" y="848931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22" name="Line"/>
              <p:cNvSpPr/>
              <p:nvPr/>
            </p:nvSpPr>
            <p:spPr>
              <a:xfrm flipV="1">
                <a:off x="14671942" y="84898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23" name="Line"/>
              <p:cNvSpPr/>
              <p:nvPr/>
            </p:nvSpPr>
            <p:spPr>
              <a:xfrm flipV="1">
                <a:off x="14766481" y="848737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24" name="SB"/>
              <p:cNvSpPr/>
              <p:nvPr/>
            </p:nvSpPr>
            <p:spPr>
              <a:xfrm>
                <a:off x="15953317" y="8724014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129" name="Group"/>
              <p:cNvGrpSpPr/>
              <p:nvPr/>
            </p:nvGrpSpPr>
            <p:grpSpPr>
              <a:xfrm flipH="1" rot="10800000">
                <a:off x="12862614" y="7654993"/>
                <a:ext cx="600280" cy="283619"/>
                <a:chOff x="19050" y="0"/>
                <a:chExt cx="600279" cy="283617"/>
              </a:xfrm>
            </p:grpSpPr>
            <p:sp>
              <p:nvSpPr>
                <p:cNvPr id="1125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26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27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28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130" name="CLB"/>
              <p:cNvSpPr txBox="1"/>
              <p:nvPr/>
            </p:nvSpPr>
            <p:spPr>
              <a:xfrm>
                <a:off x="14180691" y="760702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1135" name="Group"/>
              <p:cNvGrpSpPr/>
              <p:nvPr/>
            </p:nvGrpSpPr>
            <p:grpSpPr>
              <a:xfrm flipH="1">
                <a:off x="14380136" y="6649140"/>
                <a:ext cx="283617" cy="629476"/>
                <a:chOff x="0" y="19050"/>
                <a:chExt cx="283616" cy="629474"/>
              </a:xfrm>
            </p:grpSpPr>
            <p:sp>
              <p:nvSpPr>
                <p:cNvPr id="1131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32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33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134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3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9" name="Group"/>
          <p:cNvGrpSpPr/>
          <p:nvPr/>
        </p:nvGrpSpPr>
        <p:grpSpPr>
          <a:xfrm>
            <a:off x="2278014" y="2238285"/>
            <a:ext cx="19827972" cy="9239430"/>
            <a:chOff x="0" y="0"/>
            <a:chExt cx="19827971" cy="9239429"/>
          </a:xfrm>
        </p:grpSpPr>
        <p:grpSp>
          <p:nvGrpSpPr>
            <p:cNvPr id="1177" name="Group"/>
            <p:cNvGrpSpPr/>
            <p:nvPr/>
          </p:nvGrpSpPr>
          <p:grpSpPr>
            <a:xfrm>
              <a:off x="62321" y="-1"/>
              <a:ext cx="3733801" cy="2702302"/>
              <a:chOff x="0" y="0"/>
              <a:chExt cx="3733799" cy="2702300"/>
            </a:xfrm>
          </p:grpSpPr>
          <p:sp>
            <p:nvSpPr>
              <p:cNvPr id="1139" name="Line"/>
              <p:cNvSpPr/>
              <p:nvPr/>
            </p:nvSpPr>
            <p:spPr>
              <a:xfrm flipV="1">
                <a:off x="333203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0" name="Line"/>
              <p:cNvSpPr/>
              <p:nvPr/>
            </p:nvSpPr>
            <p:spPr>
              <a:xfrm flipV="1">
                <a:off x="3424752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1" name="Line"/>
              <p:cNvSpPr/>
              <p:nvPr/>
            </p:nvSpPr>
            <p:spPr>
              <a:xfrm flipV="1">
                <a:off x="3517471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2" name="Line"/>
              <p:cNvSpPr/>
              <p:nvPr/>
            </p:nvSpPr>
            <p:spPr>
              <a:xfrm flipV="1">
                <a:off x="3610190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3" name="Rectangle"/>
              <p:cNvSpPr/>
              <p:nvPr/>
            </p:nvSpPr>
            <p:spPr>
              <a:xfrm>
                <a:off x="722144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144" name="Line"/>
              <p:cNvSpPr/>
              <p:nvPr/>
            </p:nvSpPr>
            <p:spPr>
              <a:xfrm>
                <a:off x="3014654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5" name="Line"/>
              <p:cNvSpPr/>
              <p:nvPr/>
            </p:nvSpPr>
            <p:spPr>
              <a:xfrm>
                <a:off x="3010302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6" name="Line"/>
              <p:cNvSpPr/>
              <p:nvPr/>
            </p:nvSpPr>
            <p:spPr>
              <a:xfrm>
                <a:off x="3010302" y="138624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7" name="Line"/>
              <p:cNvSpPr/>
              <p:nvPr/>
            </p:nvSpPr>
            <p:spPr>
              <a:xfrm>
                <a:off x="3012158" y="1480782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8" name="Line"/>
              <p:cNvSpPr/>
              <p:nvPr/>
            </p:nvSpPr>
            <p:spPr>
              <a:xfrm>
                <a:off x="403720" y="120987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49" name="Line"/>
              <p:cNvSpPr/>
              <p:nvPr/>
            </p:nvSpPr>
            <p:spPr>
              <a:xfrm>
                <a:off x="308693" y="130441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0" name="Line"/>
              <p:cNvSpPr/>
              <p:nvPr/>
            </p:nvSpPr>
            <p:spPr>
              <a:xfrm>
                <a:off x="219748" y="139894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1" name="Line"/>
              <p:cNvSpPr/>
              <p:nvPr/>
            </p:nvSpPr>
            <p:spPr>
              <a:xfrm>
                <a:off x="122266" y="1493488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2" name="Line"/>
              <p:cNvSpPr/>
              <p:nvPr/>
            </p:nvSpPr>
            <p:spPr>
              <a:xfrm flipH="1" flipV="1">
                <a:off x="494401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3" name="Line"/>
              <p:cNvSpPr/>
              <p:nvPr/>
            </p:nvSpPr>
            <p:spPr>
              <a:xfrm flipH="1" flipV="1">
                <a:off x="494401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4" name="Line"/>
              <p:cNvSpPr/>
              <p:nvPr/>
            </p:nvSpPr>
            <p:spPr>
              <a:xfrm flipH="1" flipV="1">
                <a:off x="494401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5" name="Line"/>
              <p:cNvSpPr/>
              <p:nvPr/>
            </p:nvSpPr>
            <p:spPr>
              <a:xfrm flipH="1" flipV="1">
                <a:off x="494401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6" name="Line"/>
              <p:cNvSpPr/>
              <p:nvPr/>
            </p:nvSpPr>
            <p:spPr>
              <a:xfrm flipH="1">
                <a:off x="494401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7" name="Line"/>
              <p:cNvSpPr/>
              <p:nvPr/>
            </p:nvSpPr>
            <p:spPr>
              <a:xfrm flipH="1">
                <a:off x="494401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8" name="Line"/>
              <p:cNvSpPr/>
              <p:nvPr/>
            </p:nvSpPr>
            <p:spPr>
              <a:xfrm flipH="1">
                <a:off x="494401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59" name="Line"/>
              <p:cNvSpPr/>
              <p:nvPr/>
            </p:nvSpPr>
            <p:spPr>
              <a:xfrm flipH="1">
                <a:off x="494401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0" name="Line"/>
              <p:cNvSpPr/>
              <p:nvPr/>
            </p:nvSpPr>
            <p:spPr>
              <a:xfrm>
                <a:off x="1737970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1" name="Line"/>
              <p:cNvSpPr/>
              <p:nvPr/>
            </p:nvSpPr>
            <p:spPr>
              <a:xfrm>
                <a:off x="1832509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2" name="Line"/>
              <p:cNvSpPr/>
              <p:nvPr/>
            </p:nvSpPr>
            <p:spPr>
              <a:xfrm>
                <a:off x="1927048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3" name="Line"/>
              <p:cNvSpPr/>
              <p:nvPr/>
            </p:nvSpPr>
            <p:spPr>
              <a:xfrm>
                <a:off x="2021587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4" name="Line"/>
              <p:cNvSpPr/>
              <p:nvPr/>
            </p:nvSpPr>
            <p:spPr>
              <a:xfrm flipV="1">
                <a:off x="1737970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5" name="Line"/>
              <p:cNvSpPr/>
              <p:nvPr/>
            </p:nvSpPr>
            <p:spPr>
              <a:xfrm flipV="1">
                <a:off x="1832509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6" name="Line"/>
              <p:cNvSpPr/>
              <p:nvPr/>
            </p:nvSpPr>
            <p:spPr>
              <a:xfrm flipV="1">
                <a:off x="1927048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7" name="Line"/>
              <p:cNvSpPr/>
              <p:nvPr/>
            </p:nvSpPr>
            <p:spPr>
              <a:xfrm flipV="1">
                <a:off x="2021587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8" name="Line"/>
              <p:cNvSpPr/>
              <p:nvPr/>
            </p:nvSpPr>
            <p:spPr>
              <a:xfrm flipV="1">
                <a:off x="123610" y="46979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69" name="Line"/>
              <p:cNvSpPr/>
              <p:nvPr/>
            </p:nvSpPr>
            <p:spPr>
              <a:xfrm flipV="1">
                <a:off x="216328" y="46979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70" name="Line"/>
              <p:cNvSpPr/>
              <p:nvPr/>
            </p:nvSpPr>
            <p:spPr>
              <a:xfrm flipV="1">
                <a:off x="309047" y="46979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71" name="Line"/>
              <p:cNvSpPr/>
              <p:nvPr/>
            </p:nvSpPr>
            <p:spPr>
              <a:xfrm flipV="1">
                <a:off x="401766" y="46979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72" name="SB"/>
              <p:cNvSpPr/>
              <p:nvPr/>
            </p:nvSpPr>
            <p:spPr>
              <a:xfrm>
                <a:off x="3208423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173" name="SB"/>
              <p:cNvSpPr/>
              <p:nvPr/>
            </p:nvSpPr>
            <p:spPr>
              <a:xfrm>
                <a:off x="25758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174" name="CLB"/>
              <p:cNvSpPr txBox="1"/>
              <p:nvPr/>
            </p:nvSpPr>
            <p:spPr>
              <a:xfrm>
                <a:off x="1435798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1175" name="SB"/>
              <p:cNvSpPr/>
              <p:nvPr/>
            </p:nvSpPr>
            <p:spPr>
              <a:xfrm>
                <a:off x="3208423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176" name="SB"/>
              <p:cNvSpPr/>
              <p:nvPr/>
            </p:nvSpPr>
            <p:spPr>
              <a:xfrm>
                <a:off x="0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</p:grpSp>
        <p:grpSp>
          <p:nvGrpSpPr>
            <p:cNvPr id="1878" name="Group"/>
            <p:cNvGrpSpPr/>
            <p:nvPr/>
          </p:nvGrpSpPr>
          <p:grpSpPr>
            <a:xfrm>
              <a:off x="-1" y="-1"/>
              <a:ext cx="19827972" cy="9239431"/>
              <a:chOff x="0" y="0"/>
              <a:chExt cx="19827970" cy="9239429"/>
            </a:xfrm>
          </p:grpSpPr>
          <p:sp>
            <p:nvSpPr>
              <p:cNvPr id="1178" name="Line"/>
              <p:cNvSpPr/>
              <p:nvPr/>
            </p:nvSpPr>
            <p:spPr>
              <a:xfrm flipV="1">
                <a:off x="135579" y="482914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79" name="Line"/>
              <p:cNvSpPr/>
              <p:nvPr/>
            </p:nvSpPr>
            <p:spPr>
              <a:xfrm flipV="1">
                <a:off x="228297" y="482914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0" name="Line"/>
              <p:cNvSpPr/>
              <p:nvPr/>
            </p:nvSpPr>
            <p:spPr>
              <a:xfrm flipV="1">
                <a:off x="321016" y="482914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1" name="Line"/>
              <p:cNvSpPr/>
              <p:nvPr/>
            </p:nvSpPr>
            <p:spPr>
              <a:xfrm flipV="1">
                <a:off x="413735" y="482914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2" name="Line"/>
              <p:cNvSpPr/>
              <p:nvPr/>
            </p:nvSpPr>
            <p:spPr>
              <a:xfrm flipV="1">
                <a:off x="3344002" y="481643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3" name="Line"/>
              <p:cNvSpPr/>
              <p:nvPr/>
            </p:nvSpPr>
            <p:spPr>
              <a:xfrm flipV="1">
                <a:off x="3436721" y="481643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4" name="Line"/>
              <p:cNvSpPr/>
              <p:nvPr/>
            </p:nvSpPr>
            <p:spPr>
              <a:xfrm flipV="1">
                <a:off x="3529440" y="481643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5" name="Line"/>
              <p:cNvSpPr/>
              <p:nvPr/>
            </p:nvSpPr>
            <p:spPr>
              <a:xfrm flipV="1">
                <a:off x="3622158" y="481643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6" name="Line"/>
              <p:cNvSpPr/>
              <p:nvPr/>
            </p:nvSpPr>
            <p:spPr>
              <a:xfrm flipV="1">
                <a:off x="3332034" y="699421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7" name="Line"/>
              <p:cNvSpPr/>
              <p:nvPr/>
            </p:nvSpPr>
            <p:spPr>
              <a:xfrm flipV="1">
                <a:off x="3424752" y="699421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8" name="Line"/>
              <p:cNvSpPr/>
              <p:nvPr/>
            </p:nvSpPr>
            <p:spPr>
              <a:xfrm flipV="1">
                <a:off x="3517471" y="699421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9" name="Line"/>
              <p:cNvSpPr/>
              <p:nvPr/>
            </p:nvSpPr>
            <p:spPr>
              <a:xfrm flipV="1">
                <a:off x="3610190" y="699421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0" name="Line"/>
              <p:cNvSpPr/>
              <p:nvPr/>
            </p:nvSpPr>
            <p:spPr>
              <a:xfrm flipV="1">
                <a:off x="123610" y="700692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1" name="Line"/>
              <p:cNvSpPr/>
              <p:nvPr/>
            </p:nvSpPr>
            <p:spPr>
              <a:xfrm flipV="1">
                <a:off x="216328" y="700692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2" name="Line"/>
              <p:cNvSpPr/>
              <p:nvPr/>
            </p:nvSpPr>
            <p:spPr>
              <a:xfrm flipV="1">
                <a:off x="309047" y="700692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3" name="Line"/>
              <p:cNvSpPr/>
              <p:nvPr/>
            </p:nvSpPr>
            <p:spPr>
              <a:xfrm flipV="1">
                <a:off x="401766" y="700692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4" name="Line"/>
              <p:cNvSpPr/>
              <p:nvPr/>
            </p:nvSpPr>
            <p:spPr>
              <a:xfrm flipV="1">
                <a:off x="169969" y="2708315"/>
                <a:ext cx="1" cy="170433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5" name="Line"/>
              <p:cNvSpPr/>
              <p:nvPr/>
            </p:nvSpPr>
            <p:spPr>
              <a:xfrm flipV="1">
                <a:off x="262687" y="2706381"/>
                <a:ext cx="1" cy="170626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6" name="Line"/>
              <p:cNvSpPr/>
              <p:nvPr/>
            </p:nvSpPr>
            <p:spPr>
              <a:xfrm flipV="1">
                <a:off x="355406" y="2708360"/>
                <a:ext cx="1" cy="1704285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7" name="Line"/>
              <p:cNvSpPr/>
              <p:nvPr/>
            </p:nvSpPr>
            <p:spPr>
              <a:xfrm flipV="1">
                <a:off x="448125" y="2705161"/>
                <a:ext cx="1" cy="170748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8" name="Line"/>
              <p:cNvSpPr/>
              <p:nvPr/>
            </p:nvSpPr>
            <p:spPr>
              <a:xfrm flipV="1">
                <a:off x="3378393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99" name="Line"/>
              <p:cNvSpPr/>
              <p:nvPr/>
            </p:nvSpPr>
            <p:spPr>
              <a:xfrm flipV="1">
                <a:off x="3471111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0" name="Line"/>
              <p:cNvSpPr/>
              <p:nvPr/>
            </p:nvSpPr>
            <p:spPr>
              <a:xfrm flipV="1">
                <a:off x="3563830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1" name="Line"/>
              <p:cNvSpPr/>
              <p:nvPr/>
            </p:nvSpPr>
            <p:spPr>
              <a:xfrm flipV="1">
                <a:off x="3656548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2" name="Rectangle"/>
              <p:cNvSpPr/>
              <p:nvPr/>
            </p:nvSpPr>
            <p:spPr>
              <a:xfrm>
                <a:off x="768503" y="2900552"/>
                <a:ext cx="2293236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03" name="Line"/>
              <p:cNvSpPr/>
              <p:nvPr/>
            </p:nvSpPr>
            <p:spPr>
              <a:xfrm>
                <a:off x="3061013" y="337624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4" name="Line"/>
              <p:cNvSpPr/>
              <p:nvPr/>
            </p:nvSpPr>
            <p:spPr>
              <a:xfrm>
                <a:off x="3056661" y="347078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5" name="Line"/>
              <p:cNvSpPr/>
              <p:nvPr/>
            </p:nvSpPr>
            <p:spPr>
              <a:xfrm>
                <a:off x="3056661" y="356531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6" name="Line"/>
              <p:cNvSpPr/>
              <p:nvPr/>
            </p:nvSpPr>
            <p:spPr>
              <a:xfrm>
                <a:off x="3058516" y="365985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7" name="Line"/>
              <p:cNvSpPr/>
              <p:nvPr/>
            </p:nvSpPr>
            <p:spPr>
              <a:xfrm>
                <a:off x="450079" y="338894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8" name="Line"/>
              <p:cNvSpPr/>
              <p:nvPr/>
            </p:nvSpPr>
            <p:spPr>
              <a:xfrm>
                <a:off x="355051" y="3483486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09" name="Line"/>
              <p:cNvSpPr/>
              <p:nvPr/>
            </p:nvSpPr>
            <p:spPr>
              <a:xfrm>
                <a:off x="266107" y="357802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0" name="Line"/>
              <p:cNvSpPr/>
              <p:nvPr/>
            </p:nvSpPr>
            <p:spPr>
              <a:xfrm>
                <a:off x="168625" y="367256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1" name="Line"/>
              <p:cNvSpPr/>
              <p:nvPr/>
            </p:nvSpPr>
            <p:spPr>
              <a:xfrm flipH="1">
                <a:off x="540760" y="476634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2" name="Line"/>
              <p:cNvSpPr/>
              <p:nvPr/>
            </p:nvSpPr>
            <p:spPr>
              <a:xfrm flipH="1">
                <a:off x="540760" y="467362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3" name="Line"/>
              <p:cNvSpPr/>
              <p:nvPr/>
            </p:nvSpPr>
            <p:spPr>
              <a:xfrm flipH="1">
                <a:off x="540760" y="458090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4" name="Line"/>
              <p:cNvSpPr/>
              <p:nvPr/>
            </p:nvSpPr>
            <p:spPr>
              <a:xfrm flipH="1">
                <a:off x="540760" y="448818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5" name="Line"/>
              <p:cNvSpPr/>
              <p:nvPr/>
            </p:nvSpPr>
            <p:spPr>
              <a:xfrm flipV="1">
                <a:off x="1784329" y="4138807"/>
                <a:ext cx="1" cy="33285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6" name="Line"/>
              <p:cNvSpPr/>
              <p:nvPr/>
            </p:nvSpPr>
            <p:spPr>
              <a:xfrm flipV="1">
                <a:off x="1878868" y="413845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7" name="Line"/>
              <p:cNvSpPr/>
              <p:nvPr/>
            </p:nvSpPr>
            <p:spPr>
              <a:xfrm flipV="1">
                <a:off x="1973407" y="413902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8" name="Line"/>
              <p:cNvSpPr/>
              <p:nvPr/>
            </p:nvSpPr>
            <p:spPr>
              <a:xfrm flipV="1">
                <a:off x="2067946" y="413651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19" name="SB"/>
              <p:cNvSpPr/>
              <p:nvPr/>
            </p:nvSpPr>
            <p:spPr>
              <a:xfrm>
                <a:off x="46358" y="437314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220" name="CLB"/>
              <p:cNvSpPr txBox="1"/>
              <p:nvPr/>
            </p:nvSpPr>
            <p:spPr>
              <a:xfrm>
                <a:off x="1482157" y="325616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1221" name="SB"/>
              <p:cNvSpPr/>
              <p:nvPr/>
            </p:nvSpPr>
            <p:spPr>
              <a:xfrm>
                <a:off x="3254782" y="4373147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226" name="Group"/>
              <p:cNvGrpSpPr/>
              <p:nvPr/>
            </p:nvGrpSpPr>
            <p:grpSpPr>
              <a:xfrm flipH="1">
                <a:off x="1725091" y="2292524"/>
                <a:ext cx="283618" cy="629476"/>
                <a:chOff x="0" y="19050"/>
                <a:chExt cx="283616" cy="629474"/>
              </a:xfrm>
            </p:grpSpPr>
            <p:sp>
              <p:nvSpPr>
                <p:cNvPr id="1222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23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24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25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227" name="Rectangle"/>
              <p:cNvSpPr/>
              <p:nvPr/>
            </p:nvSpPr>
            <p:spPr>
              <a:xfrm>
                <a:off x="734113" y="5080830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28" name="Line"/>
              <p:cNvSpPr/>
              <p:nvPr/>
            </p:nvSpPr>
            <p:spPr>
              <a:xfrm>
                <a:off x="3026623" y="5556518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29" name="Line"/>
              <p:cNvSpPr/>
              <p:nvPr/>
            </p:nvSpPr>
            <p:spPr>
              <a:xfrm>
                <a:off x="3022270" y="5651058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0" name="Line"/>
              <p:cNvSpPr/>
              <p:nvPr/>
            </p:nvSpPr>
            <p:spPr>
              <a:xfrm>
                <a:off x="3022270" y="5745597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1" name="Line"/>
              <p:cNvSpPr/>
              <p:nvPr/>
            </p:nvSpPr>
            <p:spPr>
              <a:xfrm>
                <a:off x="3024126" y="5840136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2" name="Line"/>
              <p:cNvSpPr/>
              <p:nvPr/>
            </p:nvSpPr>
            <p:spPr>
              <a:xfrm>
                <a:off x="415689" y="556922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3" name="Line"/>
              <p:cNvSpPr/>
              <p:nvPr/>
            </p:nvSpPr>
            <p:spPr>
              <a:xfrm>
                <a:off x="320662" y="5663763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4" name="Line"/>
              <p:cNvSpPr/>
              <p:nvPr/>
            </p:nvSpPr>
            <p:spPr>
              <a:xfrm>
                <a:off x="231717" y="5758302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5" name="Line"/>
              <p:cNvSpPr/>
              <p:nvPr/>
            </p:nvSpPr>
            <p:spPr>
              <a:xfrm>
                <a:off x="134235" y="5852841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6" name="Line"/>
              <p:cNvSpPr/>
              <p:nvPr/>
            </p:nvSpPr>
            <p:spPr>
              <a:xfrm flipH="1">
                <a:off x="506370" y="694661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7" name="Line"/>
              <p:cNvSpPr/>
              <p:nvPr/>
            </p:nvSpPr>
            <p:spPr>
              <a:xfrm flipH="1">
                <a:off x="506370" y="685389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8" name="Line"/>
              <p:cNvSpPr/>
              <p:nvPr/>
            </p:nvSpPr>
            <p:spPr>
              <a:xfrm flipH="1">
                <a:off x="506370" y="676117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39" name="Line"/>
              <p:cNvSpPr/>
              <p:nvPr/>
            </p:nvSpPr>
            <p:spPr>
              <a:xfrm flipH="1">
                <a:off x="506370" y="6668461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40" name="Line"/>
              <p:cNvSpPr/>
              <p:nvPr/>
            </p:nvSpPr>
            <p:spPr>
              <a:xfrm flipV="1">
                <a:off x="1749939" y="6319084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41" name="Line"/>
              <p:cNvSpPr/>
              <p:nvPr/>
            </p:nvSpPr>
            <p:spPr>
              <a:xfrm flipV="1">
                <a:off x="1844478" y="6318730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42" name="Line"/>
              <p:cNvSpPr/>
              <p:nvPr/>
            </p:nvSpPr>
            <p:spPr>
              <a:xfrm flipV="1">
                <a:off x="1939017" y="6319301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43" name="Line"/>
              <p:cNvSpPr/>
              <p:nvPr/>
            </p:nvSpPr>
            <p:spPr>
              <a:xfrm flipV="1">
                <a:off x="2033556" y="6316790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44" name="SB"/>
              <p:cNvSpPr/>
              <p:nvPr/>
            </p:nvSpPr>
            <p:spPr>
              <a:xfrm>
                <a:off x="11968" y="6553424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245" name="CLB"/>
              <p:cNvSpPr txBox="1"/>
              <p:nvPr/>
            </p:nvSpPr>
            <p:spPr>
              <a:xfrm>
                <a:off x="1447767" y="5436437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1246" name="SB"/>
              <p:cNvSpPr/>
              <p:nvPr/>
            </p:nvSpPr>
            <p:spPr>
              <a:xfrm>
                <a:off x="3220392" y="6553424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251" name="Group"/>
              <p:cNvGrpSpPr/>
              <p:nvPr/>
            </p:nvGrpSpPr>
            <p:grpSpPr>
              <a:xfrm flipH="1">
                <a:off x="1690701" y="4472801"/>
                <a:ext cx="283617" cy="629476"/>
                <a:chOff x="0" y="19050"/>
                <a:chExt cx="283616" cy="629474"/>
              </a:xfrm>
            </p:grpSpPr>
            <p:sp>
              <p:nvSpPr>
                <p:cNvPr id="1247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48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49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50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1252" name="Rectangle"/>
              <p:cNvSpPr/>
              <p:nvPr/>
            </p:nvSpPr>
            <p:spPr>
              <a:xfrm>
                <a:off x="722144" y="7258606"/>
                <a:ext cx="2293236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53" name="Line"/>
              <p:cNvSpPr/>
              <p:nvPr/>
            </p:nvSpPr>
            <p:spPr>
              <a:xfrm>
                <a:off x="3014654" y="773429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4" name="Line"/>
              <p:cNvSpPr/>
              <p:nvPr/>
            </p:nvSpPr>
            <p:spPr>
              <a:xfrm>
                <a:off x="3010302" y="782883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5" name="Line"/>
              <p:cNvSpPr/>
              <p:nvPr/>
            </p:nvSpPr>
            <p:spPr>
              <a:xfrm>
                <a:off x="3010302" y="792337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6" name="Line"/>
              <p:cNvSpPr/>
              <p:nvPr/>
            </p:nvSpPr>
            <p:spPr>
              <a:xfrm>
                <a:off x="3012158" y="8017912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7" name="Line"/>
              <p:cNvSpPr/>
              <p:nvPr/>
            </p:nvSpPr>
            <p:spPr>
              <a:xfrm>
                <a:off x="403720" y="774700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8" name="Line"/>
              <p:cNvSpPr/>
              <p:nvPr/>
            </p:nvSpPr>
            <p:spPr>
              <a:xfrm>
                <a:off x="308693" y="7841539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59" name="Line"/>
              <p:cNvSpPr/>
              <p:nvPr/>
            </p:nvSpPr>
            <p:spPr>
              <a:xfrm>
                <a:off x="219748" y="793607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0" name="Line"/>
              <p:cNvSpPr/>
              <p:nvPr/>
            </p:nvSpPr>
            <p:spPr>
              <a:xfrm>
                <a:off x="122266" y="8030618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1" name="Line"/>
              <p:cNvSpPr/>
              <p:nvPr/>
            </p:nvSpPr>
            <p:spPr>
              <a:xfrm flipH="1">
                <a:off x="494401" y="912439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2" name="Line"/>
              <p:cNvSpPr/>
              <p:nvPr/>
            </p:nvSpPr>
            <p:spPr>
              <a:xfrm flipH="1">
                <a:off x="494401" y="903167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3" name="Line"/>
              <p:cNvSpPr/>
              <p:nvPr/>
            </p:nvSpPr>
            <p:spPr>
              <a:xfrm flipH="1">
                <a:off x="494401" y="893895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4" name="Line"/>
              <p:cNvSpPr/>
              <p:nvPr/>
            </p:nvSpPr>
            <p:spPr>
              <a:xfrm flipH="1">
                <a:off x="494401" y="884623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5" name="Line"/>
              <p:cNvSpPr/>
              <p:nvPr/>
            </p:nvSpPr>
            <p:spPr>
              <a:xfrm flipV="1">
                <a:off x="1737970" y="849686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6" name="Line"/>
              <p:cNvSpPr/>
              <p:nvPr/>
            </p:nvSpPr>
            <p:spPr>
              <a:xfrm flipV="1">
                <a:off x="1832509" y="8496506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7" name="Line"/>
              <p:cNvSpPr/>
              <p:nvPr/>
            </p:nvSpPr>
            <p:spPr>
              <a:xfrm flipV="1">
                <a:off x="1927048" y="8497077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8" name="Line"/>
              <p:cNvSpPr/>
              <p:nvPr/>
            </p:nvSpPr>
            <p:spPr>
              <a:xfrm flipV="1">
                <a:off x="2021587" y="849456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269" name="SB"/>
              <p:cNvSpPr/>
              <p:nvPr/>
            </p:nvSpPr>
            <p:spPr>
              <a:xfrm>
                <a:off x="0" y="8731201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1270" name="CLB"/>
              <p:cNvSpPr txBox="1"/>
              <p:nvPr/>
            </p:nvSpPr>
            <p:spPr>
              <a:xfrm>
                <a:off x="1435798" y="7614213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1271" name="SB"/>
              <p:cNvSpPr/>
              <p:nvPr/>
            </p:nvSpPr>
            <p:spPr>
              <a:xfrm>
                <a:off x="3208423" y="8731201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1276" name="Group"/>
              <p:cNvGrpSpPr/>
              <p:nvPr/>
            </p:nvGrpSpPr>
            <p:grpSpPr>
              <a:xfrm flipH="1">
                <a:off x="1678732" y="6650577"/>
                <a:ext cx="283618" cy="629476"/>
                <a:chOff x="0" y="19050"/>
                <a:chExt cx="283616" cy="629474"/>
              </a:xfrm>
            </p:grpSpPr>
            <p:sp>
              <p:nvSpPr>
                <p:cNvPr id="1272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73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74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75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grpSp>
            <p:nvGrpSpPr>
              <p:cNvPr id="1877" name="Group"/>
              <p:cNvGrpSpPr/>
              <p:nvPr/>
            </p:nvGrpSpPr>
            <p:grpSpPr>
              <a:xfrm>
                <a:off x="3319973" y="-1"/>
                <a:ext cx="16507998" cy="9237994"/>
                <a:chOff x="19049" y="0"/>
                <a:chExt cx="16507997" cy="9237992"/>
              </a:xfrm>
            </p:grpSpPr>
            <p:sp>
              <p:nvSpPr>
                <p:cNvPr id="1277" name="Line"/>
                <p:cNvSpPr/>
                <p:nvPr/>
              </p:nvSpPr>
              <p:spPr>
                <a:xfrm flipH="1" flipV="1">
                  <a:off x="13281006" y="368840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78" name="Line"/>
                <p:cNvSpPr/>
                <p:nvPr/>
              </p:nvSpPr>
              <p:spPr>
                <a:xfrm flipH="1" flipV="1">
                  <a:off x="13281006" y="276122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79" name="Line"/>
                <p:cNvSpPr/>
                <p:nvPr/>
              </p:nvSpPr>
              <p:spPr>
                <a:xfrm flipH="1" flipV="1">
                  <a:off x="13281006" y="183403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0" name="Line"/>
                <p:cNvSpPr/>
                <p:nvPr/>
              </p:nvSpPr>
              <p:spPr>
                <a:xfrm flipH="1" flipV="1">
                  <a:off x="13281006" y="90684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1" name="Line"/>
                <p:cNvSpPr/>
                <p:nvPr/>
              </p:nvSpPr>
              <p:spPr>
                <a:xfrm flipH="1">
                  <a:off x="13281006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2" name="Line"/>
                <p:cNvSpPr/>
                <p:nvPr/>
              </p:nvSpPr>
              <p:spPr>
                <a:xfrm flipH="1">
                  <a:off x="13281006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3" name="Line"/>
                <p:cNvSpPr/>
                <p:nvPr/>
              </p:nvSpPr>
              <p:spPr>
                <a:xfrm flipH="1">
                  <a:off x="13281006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4" name="Line"/>
                <p:cNvSpPr/>
                <p:nvPr/>
              </p:nvSpPr>
              <p:spPr>
                <a:xfrm flipH="1">
                  <a:off x="13281006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5" name="Line"/>
                <p:cNvSpPr/>
                <p:nvPr/>
              </p:nvSpPr>
              <p:spPr>
                <a:xfrm flipH="1" flipV="1">
                  <a:off x="10071509" y="368840"/>
                  <a:ext cx="2708495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6" name="Line"/>
                <p:cNvSpPr/>
                <p:nvPr/>
              </p:nvSpPr>
              <p:spPr>
                <a:xfrm flipH="1" flipV="1">
                  <a:off x="10071509" y="276122"/>
                  <a:ext cx="2708495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7" name="Line"/>
                <p:cNvSpPr/>
                <p:nvPr/>
              </p:nvSpPr>
              <p:spPr>
                <a:xfrm flipH="1" flipV="1">
                  <a:off x="10071509" y="183403"/>
                  <a:ext cx="2708495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8" name="Line"/>
                <p:cNvSpPr/>
                <p:nvPr/>
              </p:nvSpPr>
              <p:spPr>
                <a:xfrm flipH="1" flipV="1">
                  <a:off x="10071509" y="90684"/>
                  <a:ext cx="2708495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89" name="Line"/>
                <p:cNvSpPr/>
                <p:nvPr/>
              </p:nvSpPr>
              <p:spPr>
                <a:xfrm flipH="1">
                  <a:off x="10071510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0" name="Line"/>
                <p:cNvSpPr/>
                <p:nvPr/>
              </p:nvSpPr>
              <p:spPr>
                <a:xfrm flipH="1">
                  <a:off x="10071510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1" name="Line"/>
                <p:cNvSpPr/>
                <p:nvPr/>
              </p:nvSpPr>
              <p:spPr>
                <a:xfrm flipH="1">
                  <a:off x="10071510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2" name="Line"/>
                <p:cNvSpPr/>
                <p:nvPr/>
              </p:nvSpPr>
              <p:spPr>
                <a:xfrm flipH="1">
                  <a:off x="10071510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3" name="Line"/>
                <p:cNvSpPr/>
                <p:nvPr/>
              </p:nvSpPr>
              <p:spPr>
                <a:xfrm flipH="1">
                  <a:off x="6870527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4" name="Line"/>
                <p:cNvSpPr/>
                <p:nvPr/>
              </p:nvSpPr>
              <p:spPr>
                <a:xfrm flipH="1">
                  <a:off x="6870527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5" name="Line"/>
                <p:cNvSpPr/>
                <p:nvPr/>
              </p:nvSpPr>
              <p:spPr>
                <a:xfrm flipH="1">
                  <a:off x="6870527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6" name="Line"/>
                <p:cNvSpPr/>
                <p:nvPr/>
              </p:nvSpPr>
              <p:spPr>
                <a:xfrm flipH="1">
                  <a:off x="6870527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7" name="Line"/>
                <p:cNvSpPr/>
                <p:nvPr/>
              </p:nvSpPr>
              <p:spPr>
                <a:xfrm flipH="1" flipV="1">
                  <a:off x="6870527" y="368840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8" name="Line"/>
                <p:cNvSpPr/>
                <p:nvPr/>
              </p:nvSpPr>
              <p:spPr>
                <a:xfrm flipH="1" flipV="1">
                  <a:off x="6870527" y="276122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299" name="Line"/>
                <p:cNvSpPr/>
                <p:nvPr/>
              </p:nvSpPr>
              <p:spPr>
                <a:xfrm flipH="1" flipV="1">
                  <a:off x="6870527" y="183403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0" name="Line"/>
                <p:cNvSpPr/>
                <p:nvPr/>
              </p:nvSpPr>
              <p:spPr>
                <a:xfrm flipH="1" flipV="1">
                  <a:off x="6870527" y="90684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1" name="Line"/>
                <p:cNvSpPr/>
                <p:nvPr/>
              </p:nvSpPr>
              <p:spPr>
                <a:xfrm flipH="1" flipV="1">
                  <a:off x="3663655" y="368840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2" name="Line"/>
                <p:cNvSpPr/>
                <p:nvPr/>
              </p:nvSpPr>
              <p:spPr>
                <a:xfrm flipH="1" flipV="1">
                  <a:off x="3663655" y="276122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3" name="Line"/>
                <p:cNvSpPr/>
                <p:nvPr/>
              </p:nvSpPr>
              <p:spPr>
                <a:xfrm flipH="1" flipV="1">
                  <a:off x="3663655" y="183403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4" name="Line"/>
                <p:cNvSpPr/>
                <p:nvPr/>
              </p:nvSpPr>
              <p:spPr>
                <a:xfrm flipH="1" flipV="1">
                  <a:off x="3663655" y="90684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5" name="Line"/>
                <p:cNvSpPr/>
                <p:nvPr/>
              </p:nvSpPr>
              <p:spPr>
                <a:xfrm flipH="1">
                  <a:off x="3663655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6" name="Line"/>
                <p:cNvSpPr/>
                <p:nvPr/>
              </p:nvSpPr>
              <p:spPr>
                <a:xfrm flipH="1">
                  <a:off x="3663655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7" name="Line"/>
                <p:cNvSpPr/>
                <p:nvPr/>
              </p:nvSpPr>
              <p:spPr>
                <a:xfrm flipH="1">
                  <a:off x="3663655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8" name="Line"/>
                <p:cNvSpPr/>
                <p:nvPr/>
              </p:nvSpPr>
              <p:spPr>
                <a:xfrm flipH="1">
                  <a:off x="3663655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09" name="Line"/>
                <p:cNvSpPr/>
                <p:nvPr/>
              </p:nvSpPr>
              <p:spPr>
                <a:xfrm flipH="1" flipV="1">
                  <a:off x="460046" y="368840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0" name="Line"/>
                <p:cNvSpPr/>
                <p:nvPr/>
              </p:nvSpPr>
              <p:spPr>
                <a:xfrm flipH="1" flipV="1">
                  <a:off x="460046" y="276122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1" name="Line"/>
                <p:cNvSpPr/>
                <p:nvPr/>
              </p:nvSpPr>
              <p:spPr>
                <a:xfrm flipH="1" flipV="1">
                  <a:off x="460046" y="183403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2" name="Line"/>
                <p:cNvSpPr/>
                <p:nvPr/>
              </p:nvSpPr>
              <p:spPr>
                <a:xfrm flipH="1" flipV="1">
                  <a:off x="460046" y="90684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3" name="Line"/>
                <p:cNvSpPr/>
                <p:nvPr/>
              </p:nvSpPr>
              <p:spPr>
                <a:xfrm flipH="1">
                  <a:off x="460046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4" name="Line"/>
                <p:cNvSpPr/>
                <p:nvPr/>
              </p:nvSpPr>
              <p:spPr>
                <a:xfrm flipH="1">
                  <a:off x="460046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5" name="Line"/>
                <p:cNvSpPr/>
                <p:nvPr/>
              </p:nvSpPr>
              <p:spPr>
                <a:xfrm flipH="1">
                  <a:off x="460046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6" name="Line"/>
                <p:cNvSpPr/>
                <p:nvPr/>
              </p:nvSpPr>
              <p:spPr>
                <a:xfrm flipH="1">
                  <a:off x="460046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7" name="Line"/>
                <p:cNvSpPr/>
                <p:nvPr/>
              </p:nvSpPr>
              <p:spPr>
                <a:xfrm flipV="1">
                  <a:off x="3244737" y="481500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8" name="Line"/>
                <p:cNvSpPr/>
                <p:nvPr/>
              </p:nvSpPr>
              <p:spPr>
                <a:xfrm flipV="1">
                  <a:off x="3337455" y="481500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19" name="Line"/>
                <p:cNvSpPr/>
                <p:nvPr/>
              </p:nvSpPr>
              <p:spPr>
                <a:xfrm flipV="1">
                  <a:off x="3430174" y="481500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0" name="Line"/>
                <p:cNvSpPr/>
                <p:nvPr/>
              </p:nvSpPr>
              <p:spPr>
                <a:xfrm flipV="1">
                  <a:off x="3522893" y="481500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1" name="Line"/>
                <p:cNvSpPr/>
                <p:nvPr/>
              </p:nvSpPr>
              <p:spPr>
                <a:xfrm flipV="1">
                  <a:off x="6458363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2" name="Line"/>
                <p:cNvSpPr/>
                <p:nvPr/>
              </p:nvSpPr>
              <p:spPr>
                <a:xfrm flipV="1">
                  <a:off x="6551082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3" name="Line"/>
                <p:cNvSpPr/>
                <p:nvPr/>
              </p:nvSpPr>
              <p:spPr>
                <a:xfrm flipV="1">
                  <a:off x="6643801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4" name="Line"/>
                <p:cNvSpPr/>
                <p:nvPr/>
              </p:nvSpPr>
              <p:spPr>
                <a:xfrm flipV="1">
                  <a:off x="6736519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5" name="Line"/>
                <p:cNvSpPr/>
                <p:nvPr/>
              </p:nvSpPr>
              <p:spPr>
                <a:xfrm flipV="1">
                  <a:off x="9671989" y="4812126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6" name="Line"/>
                <p:cNvSpPr/>
                <p:nvPr/>
              </p:nvSpPr>
              <p:spPr>
                <a:xfrm flipV="1">
                  <a:off x="9764708" y="4812126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7" name="Line"/>
                <p:cNvSpPr/>
                <p:nvPr/>
              </p:nvSpPr>
              <p:spPr>
                <a:xfrm flipV="1">
                  <a:off x="9857428" y="4812126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8" name="Line"/>
                <p:cNvSpPr/>
                <p:nvPr/>
              </p:nvSpPr>
              <p:spPr>
                <a:xfrm flipV="1">
                  <a:off x="9950146" y="4812126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29" name="Line"/>
                <p:cNvSpPr/>
                <p:nvPr/>
              </p:nvSpPr>
              <p:spPr>
                <a:xfrm flipV="1">
                  <a:off x="12885617" y="480637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0" name="Line"/>
                <p:cNvSpPr/>
                <p:nvPr/>
              </p:nvSpPr>
              <p:spPr>
                <a:xfrm flipV="1">
                  <a:off x="12978335" y="480637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1" name="Line"/>
                <p:cNvSpPr/>
                <p:nvPr/>
              </p:nvSpPr>
              <p:spPr>
                <a:xfrm flipV="1">
                  <a:off x="13071053" y="480637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2" name="Line"/>
                <p:cNvSpPr/>
                <p:nvPr/>
              </p:nvSpPr>
              <p:spPr>
                <a:xfrm flipV="1">
                  <a:off x="13163772" y="480637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3" name="Line"/>
                <p:cNvSpPr/>
                <p:nvPr/>
              </p:nvSpPr>
              <p:spPr>
                <a:xfrm flipV="1">
                  <a:off x="16088302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4" name="Line"/>
                <p:cNvSpPr/>
                <p:nvPr/>
              </p:nvSpPr>
              <p:spPr>
                <a:xfrm flipV="1">
                  <a:off x="16181019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5" name="Line"/>
                <p:cNvSpPr/>
                <p:nvPr/>
              </p:nvSpPr>
              <p:spPr>
                <a:xfrm flipV="1">
                  <a:off x="16273739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6" name="Line"/>
                <p:cNvSpPr/>
                <p:nvPr/>
              </p:nvSpPr>
              <p:spPr>
                <a:xfrm flipV="1">
                  <a:off x="16366456" y="480925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7" name="Line"/>
                <p:cNvSpPr/>
                <p:nvPr/>
              </p:nvSpPr>
              <p:spPr>
                <a:xfrm flipV="1">
                  <a:off x="16076926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8" name="Line"/>
                <p:cNvSpPr/>
                <p:nvPr/>
              </p:nvSpPr>
              <p:spPr>
                <a:xfrm flipV="1">
                  <a:off x="16169646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39" name="Line"/>
                <p:cNvSpPr/>
                <p:nvPr/>
              </p:nvSpPr>
              <p:spPr>
                <a:xfrm flipV="1">
                  <a:off x="16262363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0" name="Line"/>
                <p:cNvSpPr/>
                <p:nvPr/>
              </p:nvSpPr>
              <p:spPr>
                <a:xfrm flipV="1">
                  <a:off x="16355083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1" name="Line"/>
                <p:cNvSpPr/>
                <p:nvPr/>
              </p:nvSpPr>
              <p:spPr>
                <a:xfrm flipV="1">
                  <a:off x="12874242" y="698415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2" name="Line"/>
                <p:cNvSpPr/>
                <p:nvPr/>
              </p:nvSpPr>
              <p:spPr>
                <a:xfrm flipV="1">
                  <a:off x="12966960" y="698415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3" name="Line"/>
                <p:cNvSpPr/>
                <p:nvPr/>
              </p:nvSpPr>
              <p:spPr>
                <a:xfrm flipV="1">
                  <a:off x="13059679" y="698415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4" name="Line"/>
                <p:cNvSpPr/>
                <p:nvPr/>
              </p:nvSpPr>
              <p:spPr>
                <a:xfrm flipV="1">
                  <a:off x="13152397" y="698415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5" name="Line"/>
                <p:cNvSpPr/>
                <p:nvPr/>
              </p:nvSpPr>
              <p:spPr>
                <a:xfrm flipV="1">
                  <a:off x="9660615" y="698990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6" name="Line"/>
                <p:cNvSpPr/>
                <p:nvPr/>
              </p:nvSpPr>
              <p:spPr>
                <a:xfrm flipV="1">
                  <a:off x="9753333" y="698990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7" name="Line"/>
                <p:cNvSpPr/>
                <p:nvPr/>
              </p:nvSpPr>
              <p:spPr>
                <a:xfrm flipV="1">
                  <a:off x="9846053" y="698990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8" name="Line"/>
                <p:cNvSpPr/>
                <p:nvPr/>
              </p:nvSpPr>
              <p:spPr>
                <a:xfrm flipV="1">
                  <a:off x="9938772" y="6989903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49" name="Line"/>
                <p:cNvSpPr/>
                <p:nvPr/>
              </p:nvSpPr>
              <p:spPr>
                <a:xfrm flipV="1">
                  <a:off x="6446989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0" name="Line"/>
                <p:cNvSpPr/>
                <p:nvPr/>
              </p:nvSpPr>
              <p:spPr>
                <a:xfrm flipV="1">
                  <a:off x="6539707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1" name="Line"/>
                <p:cNvSpPr/>
                <p:nvPr/>
              </p:nvSpPr>
              <p:spPr>
                <a:xfrm flipV="1">
                  <a:off x="6632426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2" name="Line"/>
                <p:cNvSpPr/>
                <p:nvPr/>
              </p:nvSpPr>
              <p:spPr>
                <a:xfrm flipV="1">
                  <a:off x="6725145" y="698702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3" name="Line"/>
                <p:cNvSpPr/>
                <p:nvPr/>
              </p:nvSpPr>
              <p:spPr>
                <a:xfrm flipV="1">
                  <a:off x="3233362" y="699277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4" name="Line"/>
                <p:cNvSpPr/>
                <p:nvPr/>
              </p:nvSpPr>
              <p:spPr>
                <a:xfrm flipV="1">
                  <a:off x="3326081" y="699277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5" name="Line"/>
                <p:cNvSpPr/>
                <p:nvPr/>
              </p:nvSpPr>
              <p:spPr>
                <a:xfrm flipV="1">
                  <a:off x="3418800" y="699277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6" name="Line"/>
                <p:cNvSpPr/>
                <p:nvPr/>
              </p:nvSpPr>
              <p:spPr>
                <a:xfrm flipV="1">
                  <a:off x="3511518" y="699277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7" name="Line"/>
                <p:cNvSpPr/>
                <p:nvPr/>
              </p:nvSpPr>
              <p:spPr>
                <a:xfrm flipH="1">
                  <a:off x="13287647" y="4760590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8" name="Line"/>
                <p:cNvSpPr/>
                <p:nvPr/>
              </p:nvSpPr>
              <p:spPr>
                <a:xfrm flipH="1">
                  <a:off x="13287647" y="4667871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59" name="Line"/>
                <p:cNvSpPr/>
                <p:nvPr/>
              </p:nvSpPr>
              <p:spPr>
                <a:xfrm flipH="1">
                  <a:off x="13287647" y="4575152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0" name="Line"/>
                <p:cNvSpPr/>
                <p:nvPr/>
              </p:nvSpPr>
              <p:spPr>
                <a:xfrm flipH="1">
                  <a:off x="13287647" y="4482434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1" name="Line"/>
                <p:cNvSpPr/>
                <p:nvPr/>
              </p:nvSpPr>
              <p:spPr>
                <a:xfrm flipH="1">
                  <a:off x="10084963" y="475771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2" name="Line"/>
                <p:cNvSpPr/>
                <p:nvPr/>
              </p:nvSpPr>
              <p:spPr>
                <a:xfrm flipH="1">
                  <a:off x="10084963" y="466499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3" name="Line"/>
                <p:cNvSpPr/>
                <p:nvPr/>
              </p:nvSpPr>
              <p:spPr>
                <a:xfrm flipH="1">
                  <a:off x="10084963" y="4572278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4" name="Line"/>
                <p:cNvSpPr/>
                <p:nvPr/>
              </p:nvSpPr>
              <p:spPr>
                <a:xfrm flipH="1">
                  <a:off x="10084963" y="447955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5" name="Line"/>
                <p:cNvSpPr/>
                <p:nvPr/>
              </p:nvSpPr>
              <p:spPr>
                <a:xfrm flipH="1">
                  <a:off x="6871336" y="476346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6" name="Line"/>
                <p:cNvSpPr/>
                <p:nvPr/>
              </p:nvSpPr>
              <p:spPr>
                <a:xfrm flipH="1">
                  <a:off x="6871336" y="46707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7" name="Line"/>
                <p:cNvSpPr/>
                <p:nvPr/>
              </p:nvSpPr>
              <p:spPr>
                <a:xfrm flipH="1">
                  <a:off x="6871336" y="457802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8" name="Line"/>
                <p:cNvSpPr/>
                <p:nvPr/>
              </p:nvSpPr>
              <p:spPr>
                <a:xfrm flipH="1">
                  <a:off x="6871336" y="448530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69" name="Line"/>
                <p:cNvSpPr/>
                <p:nvPr/>
              </p:nvSpPr>
              <p:spPr>
                <a:xfrm flipH="1">
                  <a:off x="3657710" y="476059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0" name="Line"/>
                <p:cNvSpPr/>
                <p:nvPr/>
              </p:nvSpPr>
              <p:spPr>
                <a:xfrm flipH="1">
                  <a:off x="3657710" y="4667871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1" name="Line"/>
                <p:cNvSpPr/>
                <p:nvPr/>
              </p:nvSpPr>
              <p:spPr>
                <a:xfrm flipH="1">
                  <a:off x="3657710" y="4575152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2" name="Line"/>
                <p:cNvSpPr/>
                <p:nvPr/>
              </p:nvSpPr>
              <p:spPr>
                <a:xfrm flipH="1">
                  <a:off x="3657710" y="448243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3" name="Line"/>
                <p:cNvSpPr/>
                <p:nvPr/>
              </p:nvSpPr>
              <p:spPr>
                <a:xfrm flipV="1">
                  <a:off x="6495342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4" name="Line"/>
                <p:cNvSpPr/>
                <p:nvPr/>
              </p:nvSpPr>
              <p:spPr>
                <a:xfrm flipV="1">
                  <a:off x="6588061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5" name="Line"/>
                <p:cNvSpPr/>
                <p:nvPr/>
              </p:nvSpPr>
              <p:spPr>
                <a:xfrm flipV="1">
                  <a:off x="6680780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6" name="Line"/>
                <p:cNvSpPr/>
                <p:nvPr/>
              </p:nvSpPr>
              <p:spPr>
                <a:xfrm flipV="1">
                  <a:off x="6773498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7" name="Line"/>
                <p:cNvSpPr/>
                <p:nvPr/>
              </p:nvSpPr>
              <p:spPr>
                <a:xfrm flipV="1">
                  <a:off x="9708969" y="263328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8" name="Line"/>
                <p:cNvSpPr/>
                <p:nvPr/>
              </p:nvSpPr>
              <p:spPr>
                <a:xfrm flipV="1">
                  <a:off x="9801687" y="263328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79" name="Line"/>
                <p:cNvSpPr/>
                <p:nvPr/>
              </p:nvSpPr>
              <p:spPr>
                <a:xfrm flipV="1">
                  <a:off x="9894407" y="263328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0" name="Line"/>
                <p:cNvSpPr/>
                <p:nvPr/>
              </p:nvSpPr>
              <p:spPr>
                <a:xfrm flipV="1">
                  <a:off x="9987125" y="263328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1" name="Line"/>
                <p:cNvSpPr/>
                <p:nvPr/>
              </p:nvSpPr>
              <p:spPr>
                <a:xfrm flipV="1">
                  <a:off x="12922596" y="262753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2" name="Line"/>
                <p:cNvSpPr/>
                <p:nvPr/>
              </p:nvSpPr>
              <p:spPr>
                <a:xfrm flipV="1">
                  <a:off x="13015314" y="262753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3" name="Line"/>
                <p:cNvSpPr/>
                <p:nvPr/>
              </p:nvSpPr>
              <p:spPr>
                <a:xfrm flipV="1">
                  <a:off x="13108032" y="262753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4" name="Line"/>
                <p:cNvSpPr/>
                <p:nvPr/>
              </p:nvSpPr>
              <p:spPr>
                <a:xfrm flipV="1">
                  <a:off x="13200751" y="262753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5" name="Line"/>
                <p:cNvSpPr/>
                <p:nvPr/>
              </p:nvSpPr>
              <p:spPr>
                <a:xfrm flipV="1">
                  <a:off x="16125280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6" name="Line"/>
                <p:cNvSpPr/>
                <p:nvPr/>
              </p:nvSpPr>
              <p:spPr>
                <a:xfrm flipV="1">
                  <a:off x="16218000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7" name="Line"/>
                <p:cNvSpPr/>
                <p:nvPr/>
              </p:nvSpPr>
              <p:spPr>
                <a:xfrm flipV="1">
                  <a:off x="16310717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8" name="Line"/>
                <p:cNvSpPr/>
                <p:nvPr/>
              </p:nvSpPr>
              <p:spPr>
                <a:xfrm flipV="1">
                  <a:off x="16403437" y="2630412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89" name="Line"/>
                <p:cNvSpPr/>
                <p:nvPr/>
              </p:nvSpPr>
              <p:spPr>
                <a:xfrm flipV="1">
                  <a:off x="3281716" y="263616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0" name="Line"/>
                <p:cNvSpPr/>
                <p:nvPr/>
              </p:nvSpPr>
              <p:spPr>
                <a:xfrm flipV="1">
                  <a:off x="3374434" y="263616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1" name="Line"/>
                <p:cNvSpPr/>
                <p:nvPr/>
              </p:nvSpPr>
              <p:spPr>
                <a:xfrm flipV="1">
                  <a:off x="3467153" y="263616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2" name="Line"/>
                <p:cNvSpPr/>
                <p:nvPr/>
              </p:nvSpPr>
              <p:spPr>
                <a:xfrm flipV="1">
                  <a:off x="3559872" y="263616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3" name="Line"/>
                <p:cNvSpPr/>
                <p:nvPr/>
              </p:nvSpPr>
              <p:spPr>
                <a:xfrm flipV="1">
                  <a:off x="3297679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4" name="Line"/>
                <p:cNvSpPr/>
                <p:nvPr/>
              </p:nvSpPr>
              <p:spPr>
                <a:xfrm flipV="1">
                  <a:off x="3390397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5" name="Line"/>
                <p:cNvSpPr/>
                <p:nvPr/>
              </p:nvSpPr>
              <p:spPr>
                <a:xfrm flipV="1">
                  <a:off x="3483116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6" name="Line"/>
                <p:cNvSpPr/>
                <p:nvPr/>
              </p:nvSpPr>
              <p:spPr>
                <a:xfrm flipV="1">
                  <a:off x="3575834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7" name="Rectangle"/>
                <p:cNvSpPr/>
                <p:nvPr/>
              </p:nvSpPr>
              <p:spPr>
                <a:xfrm>
                  <a:off x="687789" y="721476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398" name="Line"/>
                <p:cNvSpPr/>
                <p:nvPr/>
              </p:nvSpPr>
              <p:spPr>
                <a:xfrm>
                  <a:off x="2980299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399" name="Line"/>
                <p:cNvSpPr/>
                <p:nvPr/>
              </p:nvSpPr>
              <p:spPr>
                <a:xfrm>
                  <a:off x="2975947" y="1291704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0" name="Line"/>
                <p:cNvSpPr/>
                <p:nvPr/>
              </p:nvSpPr>
              <p:spPr>
                <a:xfrm>
                  <a:off x="2975947" y="1386243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1" name="Line"/>
                <p:cNvSpPr/>
                <p:nvPr/>
              </p:nvSpPr>
              <p:spPr>
                <a:xfrm>
                  <a:off x="2977802" y="1480782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2" name="Line"/>
                <p:cNvSpPr/>
                <p:nvPr/>
              </p:nvSpPr>
              <p:spPr>
                <a:xfrm>
                  <a:off x="1703615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3" name="Line"/>
                <p:cNvSpPr/>
                <p:nvPr/>
              </p:nvSpPr>
              <p:spPr>
                <a:xfrm>
                  <a:off x="1798154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4" name="Line"/>
                <p:cNvSpPr/>
                <p:nvPr/>
              </p:nvSpPr>
              <p:spPr>
                <a:xfrm>
                  <a:off x="1892693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5" name="Line"/>
                <p:cNvSpPr/>
                <p:nvPr/>
              </p:nvSpPr>
              <p:spPr>
                <a:xfrm>
                  <a:off x="1987232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6" name="Line"/>
                <p:cNvSpPr/>
                <p:nvPr/>
              </p:nvSpPr>
              <p:spPr>
                <a:xfrm flipV="1">
                  <a:off x="1703615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7" name="Line"/>
                <p:cNvSpPr/>
                <p:nvPr/>
              </p:nvSpPr>
              <p:spPr>
                <a:xfrm flipV="1">
                  <a:off x="1798154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8" name="Line"/>
                <p:cNvSpPr/>
                <p:nvPr/>
              </p:nvSpPr>
              <p:spPr>
                <a:xfrm flipV="1">
                  <a:off x="1892693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09" name="Line"/>
                <p:cNvSpPr/>
                <p:nvPr/>
              </p:nvSpPr>
              <p:spPr>
                <a:xfrm flipV="1">
                  <a:off x="1987232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10" name="SB"/>
                <p:cNvSpPr/>
                <p:nvPr/>
              </p:nvSpPr>
              <p:spPr>
                <a:xfrm>
                  <a:off x="3174068" y="0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411" name="SB"/>
                <p:cNvSpPr/>
                <p:nvPr/>
              </p:nvSpPr>
              <p:spPr>
                <a:xfrm>
                  <a:off x="3174068" y="2194071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416" name="Group"/>
                <p:cNvGrpSpPr/>
                <p:nvPr/>
              </p:nvGrpSpPr>
              <p:grpSpPr>
                <a:xfrm flipH="1" rot="10800000">
                  <a:off x="83366" y="1125051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412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13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14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15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417" name="CLB"/>
                <p:cNvSpPr txBox="1"/>
                <p:nvPr/>
              </p:nvSpPr>
              <p:spPr>
                <a:xfrm>
                  <a:off x="1401443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418" name="Line"/>
                <p:cNvSpPr/>
                <p:nvPr/>
              </p:nvSpPr>
              <p:spPr>
                <a:xfrm flipV="1">
                  <a:off x="6501288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19" name="Line"/>
                <p:cNvSpPr/>
                <p:nvPr/>
              </p:nvSpPr>
              <p:spPr>
                <a:xfrm flipV="1">
                  <a:off x="6594006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0" name="Line"/>
                <p:cNvSpPr/>
                <p:nvPr/>
              </p:nvSpPr>
              <p:spPr>
                <a:xfrm flipV="1">
                  <a:off x="6686725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1" name="Line"/>
                <p:cNvSpPr/>
                <p:nvPr/>
              </p:nvSpPr>
              <p:spPr>
                <a:xfrm flipV="1">
                  <a:off x="6779444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2" name="Rectangle"/>
                <p:cNvSpPr/>
                <p:nvPr/>
              </p:nvSpPr>
              <p:spPr>
                <a:xfrm>
                  <a:off x="3891398" y="721476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423" name="Line"/>
                <p:cNvSpPr/>
                <p:nvPr/>
              </p:nvSpPr>
              <p:spPr>
                <a:xfrm>
                  <a:off x="6183908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4" name="Line"/>
                <p:cNvSpPr/>
                <p:nvPr/>
              </p:nvSpPr>
              <p:spPr>
                <a:xfrm>
                  <a:off x="6179556" y="1291704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5" name="Line"/>
                <p:cNvSpPr/>
                <p:nvPr/>
              </p:nvSpPr>
              <p:spPr>
                <a:xfrm>
                  <a:off x="6179556" y="1386243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6" name="Line"/>
                <p:cNvSpPr/>
                <p:nvPr/>
              </p:nvSpPr>
              <p:spPr>
                <a:xfrm>
                  <a:off x="6181411" y="1480782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7" name="Line"/>
                <p:cNvSpPr/>
                <p:nvPr/>
              </p:nvSpPr>
              <p:spPr>
                <a:xfrm>
                  <a:off x="4907224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8" name="Line"/>
                <p:cNvSpPr/>
                <p:nvPr/>
              </p:nvSpPr>
              <p:spPr>
                <a:xfrm>
                  <a:off x="5001763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29" name="Line"/>
                <p:cNvSpPr/>
                <p:nvPr/>
              </p:nvSpPr>
              <p:spPr>
                <a:xfrm>
                  <a:off x="5096302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0" name="Line"/>
                <p:cNvSpPr/>
                <p:nvPr/>
              </p:nvSpPr>
              <p:spPr>
                <a:xfrm>
                  <a:off x="5190841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1" name="Line"/>
                <p:cNvSpPr/>
                <p:nvPr/>
              </p:nvSpPr>
              <p:spPr>
                <a:xfrm flipV="1">
                  <a:off x="4907224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2" name="Line"/>
                <p:cNvSpPr/>
                <p:nvPr/>
              </p:nvSpPr>
              <p:spPr>
                <a:xfrm flipV="1">
                  <a:off x="5001763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3" name="Line"/>
                <p:cNvSpPr/>
                <p:nvPr/>
              </p:nvSpPr>
              <p:spPr>
                <a:xfrm flipV="1">
                  <a:off x="5096302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4" name="Line"/>
                <p:cNvSpPr/>
                <p:nvPr/>
              </p:nvSpPr>
              <p:spPr>
                <a:xfrm flipV="1">
                  <a:off x="5190842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35" name="SB"/>
                <p:cNvSpPr/>
                <p:nvPr/>
              </p:nvSpPr>
              <p:spPr>
                <a:xfrm>
                  <a:off x="6377677" y="0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436" name="SB"/>
                <p:cNvSpPr/>
                <p:nvPr/>
              </p:nvSpPr>
              <p:spPr>
                <a:xfrm>
                  <a:off x="6377677" y="2194071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441" name="Group"/>
                <p:cNvGrpSpPr/>
                <p:nvPr/>
              </p:nvGrpSpPr>
              <p:grpSpPr>
                <a:xfrm flipH="1" rot="10800000">
                  <a:off x="3286975" y="1125051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437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38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39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40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442" name="CLB"/>
                <p:cNvSpPr txBox="1"/>
                <p:nvPr/>
              </p:nvSpPr>
              <p:spPr>
                <a:xfrm>
                  <a:off x="4605052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443" name="Line"/>
                <p:cNvSpPr/>
                <p:nvPr/>
              </p:nvSpPr>
              <p:spPr>
                <a:xfrm flipV="1">
                  <a:off x="9708159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44" name="Line"/>
                <p:cNvSpPr/>
                <p:nvPr/>
              </p:nvSpPr>
              <p:spPr>
                <a:xfrm flipV="1">
                  <a:off x="9800878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45" name="Line"/>
                <p:cNvSpPr/>
                <p:nvPr/>
              </p:nvSpPr>
              <p:spPr>
                <a:xfrm flipV="1">
                  <a:off x="9893596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46" name="Line"/>
                <p:cNvSpPr/>
                <p:nvPr/>
              </p:nvSpPr>
              <p:spPr>
                <a:xfrm flipV="1">
                  <a:off x="9986314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47" name="Rectangle"/>
                <p:cNvSpPr/>
                <p:nvPr/>
              </p:nvSpPr>
              <p:spPr>
                <a:xfrm>
                  <a:off x="7098270" y="721476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448" name="Line"/>
                <p:cNvSpPr/>
                <p:nvPr/>
              </p:nvSpPr>
              <p:spPr>
                <a:xfrm>
                  <a:off x="9390779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49" name="Line"/>
                <p:cNvSpPr/>
                <p:nvPr/>
              </p:nvSpPr>
              <p:spPr>
                <a:xfrm>
                  <a:off x="9386427" y="1291704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0" name="Line"/>
                <p:cNvSpPr/>
                <p:nvPr/>
              </p:nvSpPr>
              <p:spPr>
                <a:xfrm>
                  <a:off x="9386427" y="1386243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1" name="Line"/>
                <p:cNvSpPr/>
                <p:nvPr/>
              </p:nvSpPr>
              <p:spPr>
                <a:xfrm>
                  <a:off x="9388283" y="1480782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2" name="Line"/>
                <p:cNvSpPr/>
                <p:nvPr/>
              </p:nvSpPr>
              <p:spPr>
                <a:xfrm>
                  <a:off x="8114096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3" name="Line"/>
                <p:cNvSpPr/>
                <p:nvPr/>
              </p:nvSpPr>
              <p:spPr>
                <a:xfrm>
                  <a:off x="8208634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4" name="Line"/>
                <p:cNvSpPr/>
                <p:nvPr/>
              </p:nvSpPr>
              <p:spPr>
                <a:xfrm>
                  <a:off x="8303173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5" name="Line"/>
                <p:cNvSpPr/>
                <p:nvPr/>
              </p:nvSpPr>
              <p:spPr>
                <a:xfrm>
                  <a:off x="8397712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6" name="Line"/>
                <p:cNvSpPr/>
                <p:nvPr/>
              </p:nvSpPr>
              <p:spPr>
                <a:xfrm flipV="1">
                  <a:off x="8114096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7" name="Line"/>
                <p:cNvSpPr/>
                <p:nvPr/>
              </p:nvSpPr>
              <p:spPr>
                <a:xfrm flipV="1">
                  <a:off x="8208634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8" name="Line"/>
                <p:cNvSpPr/>
                <p:nvPr/>
              </p:nvSpPr>
              <p:spPr>
                <a:xfrm flipV="1">
                  <a:off x="8303173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59" name="Line"/>
                <p:cNvSpPr/>
                <p:nvPr/>
              </p:nvSpPr>
              <p:spPr>
                <a:xfrm flipV="1">
                  <a:off x="8397712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60" name="SB"/>
                <p:cNvSpPr/>
                <p:nvPr/>
              </p:nvSpPr>
              <p:spPr>
                <a:xfrm>
                  <a:off x="9584549" y="0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461" name="SB"/>
                <p:cNvSpPr/>
                <p:nvPr/>
              </p:nvSpPr>
              <p:spPr>
                <a:xfrm>
                  <a:off x="9584549" y="2194071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466" name="Group"/>
                <p:cNvGrpSpPr/>
                <p:nvPr/>
              </p:nvGrpSpPr>
              <p:grpSpPr>
                <a:xfrm flipH="1" rot="10800000">
                  <a:off x="6493847" y="1125051"/>
                  <a:ext cx="600280" cy="283618"/>
                  <a:chOff x="19050" y="0"/>
                  <a:chExt cx="600279" cy="283617"/>
                </a:xfrm>
              </p:grpSpPr>
              <p:sp>
                <p:nvSpPr>
                  <p:cNvPr id="1462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63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64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65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467" name="CLB"/>
                <p:cNvSpPr txBox="1"/>
                <p:nvPr/>
              </p:nvSpPr>
              <p:spPr>
                <a:xfrm>
                  <a:off x="7811923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468" name="Line"/>
                <p:cNvSpPr/>
                <p:nvPr/>
              </p:nvSpPr>
              <p:spPr>
                <a:xfrm flipV="1">
                  <a:off x="12909142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69" name="Line"/>
                <p:cNvSpPr/>
                <p:nvPr/>
              </p:nvSpPr>
              <p:spPr>
                <a:xfrm flipV="1">
                  <a:off x="13001861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0" name="Line"/>
                <p:cNvSpPr/>
                <p:nvPr/>
              </p:nvSpPr>
              <p:spPr>
                <a:xfrm flipV="1">
                  <a:off x="13094581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1" name="Line"/>
                <p:cNvSpPr/>
                <p:nvPr/>
              </p:nvSpPr>
              <p:spPr>
                <a:xfrm flipV="1">
                  <a:off x="13187299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2" name="Rectangle"/>
                <p:cNvSpPr/>
                <p:nvPr/>
              </p:nvSpPr>
              <p:spPr>
                <a:xfrm>
                  <a:off x="10299254" y="721476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473" name="Line"/>
                <p:cNvSpPr/>
                <p:nvPr/>
              </p:nvSpPr>
              <p:spPr>
                <a:xfrm>
                  <a:off x="12591763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4" name="Line"/>
                <p:cNvSpPr/>
                <p:nvPr/>
              </p:nvSpPr>
              <p:spPr>
                <a:xfrm>
                  <a:off x="12587410" y="1291704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5" name="Line"/>
                <p:cNvSpPr/>
                <p:nvPr/>
              </p:nvSpPr>
              <p:spPr>
                <a:xfrm>
                  <a:off x="12587410" y="1386243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6" name="Line"/>
                <p:cNvSpPr/>
                <p:nvPr/>
              </p:nvSpPr>
              <p:spPr>
                <a:xfrm>
                  <a:off x="12589266" y="1480782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7" name="Line"/>
                <p:cNvSpPr/>
                <p:nvPr/>
              </p:nvSpPr>
              <p:spPr>
                <a:xfrm>
                  <a:off x="11315079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8" name="Line"/>
                <p:cNvSpPr/>
                <p:nvPr/>
              </p:nvSpPr>
              <p:spPr>
                <a:xfrm>
                  <a:off x="11409619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79" name="Line"/>
                <p:cNvSpPr/>
                <p:nvPr/>
              </p:nvSpPr>
              <p:spPr>
                <a:xfrm>
                  <a:off x="11504158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0" name="Line"/>
                <p:cNvSpPr/>
                <p:nvPr/>
              </p:nvSpPr>
              <p:spPr>
                <a:xfrm>
                  <a:off x="11598695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1" name="Line"/>
                <p:cNvSpPr/>
                <p:nvPr/>
              </p:nvSpPr>
              <p:spPr>
                <a:xfrm flipV="1">
                  <a:off x="11315079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2" name="Line"/>
                <p:cNvSpPr/>
                <p:nvPr/>
              </p:nvSpPr>
              <p:spPr>
                <a:xfrm flipV="1">
                  <a:off x="11409619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3" name="Line"/>
                <p:cNvSpPr/>
                <p:nvPr/>
              </p:nvSpPr>
              <p:spPr>
                <a:xfrm flipV="1">
                  <a:off x="11504158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4" name="Line"/>
                <p:cNvSpPr/>
                <p:nvPr/>
              </p:nvSpPr>
              <p:spPr>
                <a:xfrm flipV="1">
                  <a:off x="11598697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85" name="SB"/>
                <p:cNvSpPr/>
                <p:nvPr/>
              </p:nvSpPr>
              <p:spPr>
                <a:xfrm>
                  <a:off x="12785531" y="0"/>
                  <a:ext cx="525378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486" name="SB"/>
                <p:cNvSpPr/>
                <p:nvPr/>
              </p:nvSpPr>
              <p:spPr>
                <a:xfrm>
                  <a:off x="12785531" y="2194071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491" name="Group"/>
                <p:cNvGrpSpPr/>
                <p:nvPr/>
              </p:nvGrpSpPr>
              <p:grpSpPr>
                <a:xfrm flipH="1" rot="10800000">
                  <a:off x="9694830" y="1125051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487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88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89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490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492" name="CLB"/>
                <p:cNvSpPr txBox="1"/>
                <p:nvPr/>
              </p:nvSpPr>
              <p:spPr>
                <a:xfrm>
                  <a:off x="11012906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493" name="Line"/>
                <p:cNvSpPr/>
                <p:nvPr/>
              </p:nvSpPr>
              <p:spPr>
                <a:xfrm flipV="1">
                  <a:off x="16118639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94" name="Line"/>
                <p:cNvSpPr/>
                <p:nvPr/>
              </p:nvSpPr>
              <p:spPr>
                <a:xfrm flipV="1">
                  <a:off x="16211359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95" name="Line"/>
                <p:cNvSpPr/>
                <p:nvPr/>
              </p:nvSpPr>
              <p:spPr>
                <a:xfrm flipV="1">
                  <a:off x="16304078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96" name="Line"/>
                <p:cNvSpPr/>
                <p:nvPr/>
              </p:nvSpPr>
              <p:spPr>
                <a:xfrm flipV="1">
                  <a:off x="16396795" y="45708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97" name="Rectangle"/>
                <p:cNvSpPr/>
                <p:nvPr/>
              </p:nvSpPr>
              <p:spPr>
                <a:xfrm>
                  <a:off x="13508750" y="721476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498" name="Line"/>
                <p:cNvSpPr/>
                <p:nvPr/>
              </p:nvSpPr>
              <p:spPr>
                <a:xfrm>
                  <a:off x="15801261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499" name="Line"/>
                <p:cNvSpPr/>
                <p:nvPr/>
              </p:nvSpPr>
              <p:spPr>
                <a:xfrm>
                  <a:off x="15796908" y="1291704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0" name="Line"/>
                <p:cNvSpPr/>
                <p:nvPr/>
              </p:nvSpPr>
              <p:spPr>
                <a:xfrm>
                  <a:off x="15796908" y="1386243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1" name="Line"/>
                <p:cNvSpPr/>
                <p:nvPr/>
              </p:nvSpPr>
              <p:spPr>
                <a:xfrm>
                  <a:off x="15798762" y="1480782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2" name="Line"/>
                <p:cNvSpPr/>
                <p:nvPr/>
              </p:nvSpPr>
              <p:spPr>
                <a:xfrm>
                  <a:off x="14524577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3" name="Line"/>
                <p:cNvSpPr/>
                <p:nvPr/>
              </p:nvSpPr>
              <p:spPr>
                <a:xfrm>
                  <a:off x="14619117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4" name="Line"/>
                <p:cNvSpPr/>
                <p:nvPr/>
              </p:nvSpPr>
              <p:spPr>
                <a:xfrm>
                  <a:off x="14713654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5" name="Line"/>
                <p:cNvSpPr/>
                <p:nvPr/>
              </p:nvSpPr>
              <p:spPr>
                <a:xfrm>
                  <a:off x="14808193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6" name="Line"/>
                <p:cNvSpPr/>
                <p:nvPr/>
              </p:nvSpPr>
              <p:spPr>
                <a:xfrm flipV="1">
                  <a:off x="14524577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7" name="Line"/>
                <p:cNvSpPr/>
                <p:nvPr/>
              </p:nvSpPr>
              <p:spPr>
                <a:xfrm flipV="1">
                  <a:off x="14619117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8" name="Line"/>
                <p:cNvSpPr/>
                <p:nvPr/>
              </p:nvSpPr>
              <p:spPr>
                <a:xfrm flipV="1">
                  <a:off x="14713654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09" name="Line"/>
                <p:cNvSpPr/>
                <p:nvPr/>
              </p:nvSpPr>
              <p:spPr>
                <a:xfrm flipV="1">
                  <a:off x="14808193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10" name="SB"/>
                <p:cNvSpPr/>
                <p:nvPr/>
              </p:nvSpPr>
              <p:spPr>
                <a:xfrm>
                  <a:off x="15995029" y="0"/>
                  <a:ext cx="525378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511" name="SB"/>
                <p:cNvSpPr/>
                <p:nvPr/>
              </p:nvSpPr>
              <p:spPr>
                <a:xfrm>
                  <a:off x="15995029" y="2194071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516" name="Group"/>
                <p:cNvGrpSpPr/>
                <p:nvPr/>
              </p:nvGrpSpPr>
              <p:grpSpPr>
                <a:xfrm flipH="1" rot="10800000">
                  <a:off x="12904327" y="1125051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512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13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14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15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17" name="CLB"/>
                <p:cNvSpPr txBox="1"/>
                <p:nvPr/>
              </p:nvSpPr>
              <p:spPr>
                <a:xfrm>
                  <a:off x="14222403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518" name="Line"/>
                <p:cNvSpPr/>
                <p:nvPr/>
              </p:nvSpPr>
              <p:spPr>
                <a:xfrm flipH="1">
                  <a:off x="444083" y="476634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19" name="Line"/>
                <p:cNvSpPr/>
                <p:nvPr/>
              </p:nvSpPr>
              <p:spPr>
                <a:xfrm flipH="1">
                  <a:off x="444083" y="467362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0" name="Line"/>
                <p:cNvSpPr/>
                <p:nvPr/>
              </p:nvSpPr>
              <p:spPr>
                <a:xfrm flipH="1">
                  <a:off x="444083" y="4580902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1" name="Line"/>
                <p:cNvSpPr/>
                <p:nvPr/>
              </p:nvSpPr>
              <p:spPr>
                <a:xfrm flipH="1">
                  <a:off x="444083" y="448818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2" name="Rectangle"/>
                <p:cNvSpPr/>
                <p:nvPr/>
              </p:nvSpPr>
              <p:spPr>
                <a:xfrm>
                  <a:off x="671826" y="2900552"/>
                  <a:ext cx="2293236" cy="1234997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523" name="Line"/>
                <p:cNvSpPr/>
                <p:nvPr/>
              </p:nvSpPr>
              <p:spPr>
                <a:xfrm>
                  <a:off x="2964336" y="337624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4" name="Line"/>
                <p:cNvSpPr/>
                <p:nvPr/>
              </p:nvSpPr>
              <p:spPr>
                <a:xfrm>
                  <a:off x="2959984" y="3470780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5" name="Line"/>
                <p:cNvSpPr/>
                <p:nvPr/>
              </p:nvSpPr>
              <p:spPr>
                <a:xfrm>
                  <a:off x="2959984" y="3565319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6" name="Line"/>
                <p:cNvSpPr/>
                <p:nvPr/>
              </p:nvSpPr>
              <p:spPr>
                <a:xfrm>
                  <a:off x="2961840" y="3659859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7" name="Line"/>
                <p:cNvSpPr/>
                <p:nvPr/>
              </p:nvSpPr>
              <p:spPr>
                <a:xfrm flipV="1">
                  <a:off x="1687653" y="4138807"/>
                  <a:ext cx="1" cy="33285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8" name="Line"/>
                <p:cNvSpPr/>
                <p:nvPr/>
              </p:nvSpPr>
              <p:spPr>
                <a:xfrm flipV="1">
                  <a:off x="1782192" y="4138453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29" name="Line"/>
                <p:cNvSpPr/>
                <p:nvPr/>
              </p:nvSpPr>
              <p:spPr>
                <a:xfrm flipV="1">
                  <a:off x="1876730" y="4139024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30" name="Line"/>
                <p:cNvSpPr/>
                <p:nvPr/>
              </p:nvSpPr>
              <p:spPr>
                <a:xfrm flipV="1">
                  <a:off x="1971270" y="4136513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31" name="SB"/>
                <p:cNvSpPr/>
                <p:nvPr/>
              </p:nvSpPr>
              <p:spPr>
                <a:xfrm>
                  <a:off x="3158105" y="4373147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536" name="Group"/>
                <p:cNvGrpSpPr/>
                <p:nvPr/>
              </p:nvGrpSpPr>
              <p:grpSpPr>
                <a:xfrm flipH="1" rot="10800000">
                  <a:off x="67403" y="3304127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532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33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34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35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37" name="CLB"/>
                <p:cNvSpPr txBox="1"/>
                <p:nvPr/>
              </p:nvSpPr>
              <p:spPr>
                <a:xfrm>
                  <a:off x="1385480" y="325616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542" name="Group"/>
                <p:cNvGrpSpPr/>
                <p:nvPr/>
              </p:nvGrpSpPr>
              <p:grpSpPr>
                <a:xfrm flipH="1">
                  <a:off x="1640383" y="2292524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538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39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40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41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43" name="Rectangle"/>
                <p:cNvSpPr/>
                <p:nvPr/>
              </p:nvSpPr>
              <p:spPr>
                <a:xfrm>
                  <a:off x="3885453" y="2894803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544" name="Line"/>
                <p:cNvSpPr/>
                <p:nvPr/>
              </p:nvSpPr>
              <p:spPr>
                <a:xfrm>
                  <a:off x="6177963" y="3370492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45" name="Line"/>
                <p:cNvSpPr/>
                <p:nvPr/>
              </p:nvSpPr>
              <p:spPr>
                <a:xfrm>
                  <a:off x="6173610" y="3465031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46" name="Line"/>
                <p:cNvSpPr/>
                <p:nvPr/>
              </p:nvSpPr>
              <p:spPr>
                <a:xfrm>
                  <a:off x="6173610" y="3559570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47" name="Line"/>
                <p:cNvSpPr/>
                <p:nvPr/>
              </p:nvSpPr>
              <p:spPr>
                <a:xfrm>
                  <a:off x="6175466" y="3654109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48" name="Line"/>
                <p:cNvSpPr/>
                <p:nvPr/>
              </p:nvSpPr>
              <p:spPr>
                <a:xfrm flipV="1">
                  <a:off x="4901279" y="4133057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49" name="Line"/>
                <p:cNvSpPr/>
                <p:nvPr/>
              </p:nvSpPr>
              <p:spPr>
                <a:xfrm flipV="1">
                  <a:off x="4995818" y="4132703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50" name="Line"/>
                <p:cNvSpPr/>
                <p:nvPr/>
              </p:nvSpPr>
              <p:spPr>
                <a:xfrm flipV="1">
                  <a:off x="5090357" y="4133274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51" name="Line"/>
                <p:cNvSpPr/>
                <p:nvPr/>
              </p:nvSpPr>
              <p:spPr>
                <a:xfrm flipV="1">
                  <a:off x="5184896" y="4130763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52" name="SB"/>
                <p:cNvSpPr/>
                <p:nvPr/>
              </p:nvSpPr>
              <p:spPr>
                <a:xfrm>
                  <a:off x="6371732" y="4367398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557" name="Group"/>
                <p:cNvGrpSpPr/>
                <p:nvPr/>
              </p:nvGrpSpPr>
              <p:grpSpPr>
                <a:xfrm flipH="1" rot="10800000">
                  <a:off x="3281029" y="3298377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553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54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55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56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58" name="CLB"/>
                <p:cNvSpPr txBox="1"/>
                <p:nvPr/>
              </p:nvSpPr>
              <p:spPr>
                <a:xfrm>
                  <a:off x="4599106" y="325041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563" name="Group"/>
                <p:cNvGrpSpPr/>
                <p:nvPr/>
              </p:nvGrpSpPr>
              <p:grpSpPr>
                <a:xfrm flipH="1">
                  <a:off x="4820292" y="2283900"/>
                  <a:ext cx="283618" cy="629475"/>
                  <a:chOff x="0" y="19050"/>
                  <a:chExt cx="283616" cy="629474"/>
                </a:xfrm>
              </p:grpSpPr>
              <p:sp>
                <p:nvSpPr>
                  <p:cNvPr id="1559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60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61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62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64" name="Rectangle"/>
                <p:cNvSpPr/>
                <p:nvPr/>
              </p:nvSpPr>
              <p:spPr>
                <a:xfrm>
                  <a:off x="7099079" y="2897678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565" name="Line"/>
                <p:cNvSpPr/>
                <p:nvPr/>
              </p:nvSpPr>
              <p:spPr>
                <a:xfrm>
                  <a:off x="9391590" y="3373367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6" name="Line"/>
                <p:cNvSpPr/>
                <p:nvPr/>
              </p:nvSpPr>
              <p:spPr>
                <a:xfrm>
                  <a:off x="9387237" y="3467906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7" name="Line"/>
                <p:cNvSpPr/>
                <p:nvPr/>
              </p:nvSpPr>
              <p:spPr>
                <a:xfrm>
                  <a:off x="9387237" y="3562445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8" name="Line"/>
                <p:cNvSpPr/>
                <p:nvPr/>
              </p:nvSpPr>
              <p:spPr>
                <a:xfrm>
                  <a:off x="9389092" y="3656984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69" name="Line"/>
                <p:cNvSpPr/>
                <p:nvPr/>
              </p:nvSpPr>
              <p:spPr>
                <a:xfrm flipV="1">
                  <a:off x="8114905" y="413593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0" name="Line"/>
                <p:cNvSpPr/>
                <p:nvPr/>
              </p:nvSpPr>
              <p:spPr>
                <a:xfrm flipV="1">
                  <a:off x="8209445" y="4135578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1" name="Line"/>
                <p:cNvSpPr/>
                <p:nvPr/>
              </p:nvSpPr>
              <p:spPr>
                <a:xfrm flipV="1">
                  <a:off x="8303984" y="4136149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2" name="Line"/>
                <p:cNvSpPr/>
                <p:nvPr/>
              </p:nvSpPr>
              <p:spPr>
                <a:xfrm flipV="1">
                  <a:off x="8398523" y="4133638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73" name="SB"/>
                <p:cNvSpPr/>
                <p:nvPr/>
              </p:nvSpPr>
              <p:spPr>
                <a:xfrm>
                  <a:off x="9585358" y="4370273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578" name="Group"/>
                <p:cNvGrpSpPr/>
                <p:nvPr/>
              </p:nvGrpSpPr>
              <p:grpSpPr>
                <a:xfrm flipH="1" rot="10800000">
                  <a:off x="6494656" y="3301252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574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75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76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77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79" name="CLB"/>
                <p:cNvSpPr txBox="1"/>
                <p:nvPr/>
              </p:nvSpPr>
              <p:spPr>
                <a:xfrm>
                  <a:off x="7812733" y="3253285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584" name="Group"/>
                <p:cNvGrpSpPr/>
                <p:nvPr/>
              </p:nvGrpSpPr>
              <p:grpSpPr>
                <a:xfrm flipH="1">
                  <a:off x="8039570" y="2286203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580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81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82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83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585" name="Rectangle"/>
                <p:cNvSpPr/>
                <p:nvPr/>
              </p:nvSpPr>
              <p:spPr>
                <a:xfrm>
                  <a:off x="10312706" y="2891928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586" name="Line"/>
                <p:cNvSpPr/>
                <p:nvPr/>
              </p:nvSpPr>
              <p:spPr>
                <a:xfrm>
                  <a:off x="12605215" y="3367617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87" name="Line"/>
                <p:cNvSpPr/>
                <p:nvPr/>
              </p:nvSpPr>
              <p:spPr>
                <a:xfrm>
                  <a:off x="12600864" y="3462156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88" name="Line"/>
                <p:cNvSpPr/>
                <p:nvPr/>
              </p:nvSpPr>
              <p:spPr>
                <a:xfrm>
                  <a:off x="12600864" y="3556695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89" name="Line"/>
                <p:cNvSpPr/>
                <p:nvPr/>
              </p:nvSpPr>
              <p:spPr>
                <a:xfrm>
                  <a:off x="12602719" y="3651234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90" name="Line"/>
                <p:cNvSpPr/>
                <p:nvPr/>
              </p:nvSpPr>
              <p:spPr>
                <a:xfrm flipV="1">
                  <a:off x="11328532" y="41301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91" name="Line"/>
                <p:cNvSpPr/>
                <p:nvPr/>
              </p:nvSpPr>
              <p:spPr>
                <a:xfrm flipV="1">
                  <a:off x="11423071" y="412982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92" name="Line"/>
                <p:cNvSpPr/>
                <p:nvPr/>
              </p:nvSpPr>
              <p:spPr>
                <a:xfrm flipV="1">
                  <a:off x="11517609" y="413040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93" name="Line"/>
                <p:cNvSpPr/>
                <p:nvPr/>
              </p:nvSpPr>
              <p:spPr>
                <a:xfrm flipV="1">
                  <a:off x="11612149" y="4127889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594" name="SB"/>
                <p:cNvSpPr/>
                <p:nvPr/>
              </p:nvSpPr>
              <p:spPr>
                <a:xfrm>
                  <a:off x="12798985" y="4364523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599" name="Group"/>
                <p:cNvGrpSpPr/>
                <p:nvPr/>
              </p:nvGrpSpPr>
              <p:grpSpPr>
                <a:xfrm flipH="1" rot="10800000">
                  <a:off x="9708282" y="3295503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595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96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97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598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00" name="CLB"/>
                <p:cNvSpPr txBox="1"/>
                <p:nvPr/>
              </p:nvSpPr>
              <p:spPr>
                <a:xfrm>
                  <a:off x="11026360" y="3247536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605" name="Group"/>
                <p:cNvGrpSpPr/>
                <p:nvPr/>
              </p:nvGrpSpPr>
              <p:grpSpPr>
                <a:xfrm flipH="1">
                  <a:off x="11243903" y="2286203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601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02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03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04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06" name="Rectangle"/>
                <p:cNvSpPr/>
                <p:nvPr/>
              </p:nvSpPr>
              <p:spPr>
                <a:xfrm>
                  <a:off x="13515392" y="2894803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607" name="Line"/>
                <p:cNvSpPr/>
                <p:nvPr/>
              </p:nvSpPr>
              <p:spPr>
                <a:xfrm>
                  <a:off x="15807900" y="3370492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08" name="Line"/>
                <p:cNvSpPr/>
                <p:nvPr/>
              </p:nvSpPr>
              <p:spPr>
                <a:xfrm>
                  <a:off x="15803550" y="3465031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09" name="Line"/>
                <p:cNvSpPr/>
                <p:nvPr/>
              </p:nvSpPr>
              <p:spPr>
                <a:xfrm>
                  <a:off x="15803550" y="3559570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0" name="Line"/>
                <p:cNvSpPr/>
                <p:nvPr/>
              </p:nvSpPr>
              <p:spPr>
                <a:xfrm>
                  <a:off x="15805404" y="3654109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1" name="Line"/>
                <p:cNvSpPr/>
                <p:nvPr/>
              </p:nvSpPr>
              <p:spPr>
                <a:xfrm flipV="1">
                  <a:off x="14531218" y="4133057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2" name="Line"/>
                <p:cNvSpPr/>
                <p:nvPr/>
              </p:nvSpPr>
              <p:spPr>
                <a:xfrm flipV="1">
                  <a:off x="14625755" y="4132703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3" name="Line"/>
                <p:cNvSpPr/>
                <p:nvPr/>
              </p:nvSpPr>
              <p:spPr>
                <a:xfrm flipV="1">
                  <a:off x="14720295" y="4133274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4" name="Line"/>
                <p:cNvSpPr/>
                <p:nvPr/>
              </p:nvSpPr>
              <p:spPr>
                <a:xfrm flipV="1">
                  <a:off x="14814835" y="4130763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15" name="SB"/>
                <p:cNvSpPr/>
                <p:nvPr/>
              </p:nvSpPr>
              <p:spPr>
                <a:xfrm>
                  <a:off x="16001671" y="4367398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620" name="Group"/>
                <p:cNvGrpSpPr/>
                <p:nvPr/>
              </p:nvGrpSpPr>
              <p:grpSpPr>
                <a:xfrm flipH="1" rot="10800000">
                  <a:off x="12910967" y="3298377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616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17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18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19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21" name="CLB"/>
                <p:cNvSpPr txBox="1"/>
                <p:nvPr/>
              </p:nvSpPr>
              <p:spPr>
                <a:xfrm>
                  <a:off x="14229044" y="325041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626" name="Group"/>
                <p:cNvGrpSpPr/>
                <p:nvPr/>
              </p:nvGrpSpPr>
              <p:grpSpPr>
                <a:xfrm flipH="1">
                  <a:off x="14428489" y="2292524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622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23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24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25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27" name="Line"/>
                <p:cNvSpPr/>
                <p:nvPr/>
              </p:nvSpPr>
              <p:spPr>
                <a:xfrm flipH="1">
                  <a:off x="13250670" y="693943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28" name="Line"/>
                <p:cNvSpPr/>
                <p:nvPr/>
              </p:nvSpPr>
              <p:spPr>
                <a:xfrm flipH="1">
                  <a:off x="13250670" y="6846711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29" name="Line"/>
                <p:cNvSpPr/>
                <p:nvPr/>
              </p:nvSpPr>
              <p:spPr>
                <a:xfrm flipH="1">
                  <a:off x="13250670" y="6753992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0" name="Line"/>
                <p:cNvSpPr/>
                <p:nvPr/>
              </p:nvSpPr>
              <p:spPr>
                <a:xfrm flipH="1">
                  <a:off x="13250670" y="666127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1" name="Line"/>
                <p:cNvSpPr/>
                <p:nvPr/>
              </p:nvSpPr>
              <p:spPr>
                <a:xfrm flipH="1">
                  <a:off x="10047984" y="693655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2" name="Line"/>
                <p:cNvSpPr/>
                <p:nvPr/>
              </p:nvSpPr>
              <p:spPr>
                <a:xfrm flipH="1">
                  <a:off x="10047984" y="684383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3" name="Line"/>
                <p:cNvSpPr/>
                <p:nvPr/>
              </p:nvSpPr>
              <p:spPr>
                <a:xfrm flipH="1">
                  <a:off x="10047984" y="6751118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4" name="Line"/>
                <p:cNvSpPr/>
                <p:nvPr/>
              </p:nvSpPr>
              <p:spPr>
                <a:xfrm flipH="1">
                  <a:off x="10047984" y="665839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5" name="Line"/>
                <p:cNvSpPr/>
                <p:nvPr/>
              </p:nvSpPr>
              <p:spPr>
                <a:xfrm flipH="1">
                  <a:off x="6834357" y="694230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6" name="Line"/>
                <p:cNvSpPr/>
                <p:nvPr/>
              </p:nvSpPr>
              <p:spPr>
                <a:xfrm flipH="1">
                  <a:off x="6834357" y="684958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7" name="Line"/>
                <p:cNvSpPr/>
                <p:nvPr/>
              </p:nvSpPr>
              <p:spPr>
                <a:xfrm flipH="1">
                  <a:off x="6834357" y="675686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8" name="Line"/>
                <p:cNvSpPr/>
                <p:nvPr/>
              </p:nvSpPr>
              <p:spPr>
                <a:xfrm flipH="1">
                  <a:off x="6834357" y="666414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39" name="Line"/>
                <p:cNvSpPr/>
                <p:nvPr/>
              </p:nvSpPr>
              <p:spPr>
                <a:xfrm flipH="1">
                  <a:off x="3620730" y="6939430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0" name="Line"/>
                <p:cNvSpPr/>
                <p:nvPr/>
              </p:nvSpPr>
              <p:spPr>
                <a:xfrm flipH="1">
                  <a:off x="3620730" y="6846711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1" name="Line"/>
                <p:cNvSpPr/>
                <p:nvPr/>
              </p:nvSpPr>
              <p:spPr>
                <a:xfrm flipH="1">
                  <a:off x="3620730" y="6753992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2" name="Line"/>
                <p:cNvSpPr/>
                <p:nvPr/>
              </p:nvSpPr>
              <p:spPr>
                <a:xfrm flipH="1">
                  <a:off x="3620730" y="6661274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3" name="Line"/>
                <p:cNvSpPr/>
                <p:nvPr/>
              </p:nvSpPr>
              <p:spPr>
                <a:xfrm flipH="1">
                  <a:off x="407104" y="694517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4" name="Line"/>
                <p:cNvSpPr/>
                <p:nvPr/>
              </p:nvSpPr>
              <p:spPr>
                <a:xfrm flipH="1">
                  <a:off x="407104" y="685246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5" name="Line"/>
                <p:cNvSpPr/>
                <p:nvPr/>
              </p:nvSpPr>
              <p:spPr>
                <a:xfrm flipH="1">
                  <a:off x="407104" y="6759742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6" name="Line"/>
                <p:cNvSpPr/>
                <p:nvPr/>
              </p:nvSpPr>
              <p:spPr>
                <a:xfrm flipH="1">
                  <a:off x="407104" y="666702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7" name="Rectangle"/>
                <p:cNvSpPr/>
                <p:nvPr/>
              </p:nvSpPr>
              <p:spPr>
                <a:xfrm>
                  <a:off x="634847" y="5079392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648" name="Line"/>
                <p:cNvSpPr/>
                <p:nvPr/>
              </p:nvSpPr>
              <p:spPr>
                <a:xfrm>
                  <a:off x="2927357" y="555508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49" name="Line"/>
                <p:cNvSpPr/>
                <p:nvPr/>
              </p:nvSpPr>
              <p:spPr>
                <a:xfrm>
                  <a:off x="2923005" y="5649620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0" name="Line"/>
                <p:cNvSpPr/>
                <p:nvPr/>
              </p:nvSpPr>
              <p:spPr>
                <a:xfrm>
                  <a:off x="2923005" y="5744159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1" name="Line"/>
                <p:cNvSpPr/>
                <p:nvPr/>
              </p:nvSpPr>
              <p:spPr>
                <a:xfrm>
                  <a:off x="2924861" y="5838698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2" name="Line"/>
                <p:cNvSpPr/>
                <p:nvPr/>
              </p:nvSpPr>
              <p:spPr>
                <a:xfrm flipV="1">
                  <a:off x="1650673" y="6317646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3" name="Line"/>
                <p:cNvSpPr/>
                <p:nvPr/>
              </p:nvSpPr>
              <p:spPr>
                <a:xfrm flipV="1">
                  <a:off x="1745212" y="6317293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4" name="Line"/>
                <p:cNvSpPr/>
                <p:nvPr/>
              </p:nvSpPr>
              <p:spPr>
                <a:xfrm flipV="1">
                  <a:off x="1839751" y="6317864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5" name="Line"/>
                <p:cNvSpPr/>
                <p:nvPr/>
              </p:nvSpPr>
              <p:spPr>
                <a:xfrm flipV="1">
                  <a:off x="1934291" y="6315353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56" name="SB"/>
                <p:cNvSpPr/>
                <p:nvPr/>
              </p:nvSpPr>
              <p:spPr>
                <a:xfrm>
                  <a:off x="3121126" y="6551987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661" name="Group"/>
                <p:cNvGrpSpPr/>
                <p:nvPr/>
              </p:nvGrpSpPr>
              <p:grpSpPr>
                <a:xfrm flipH="1" rot="10800000">
                  <a:off x="30424" y="5482966"/>
                  <a:ext cx="600281" cy="283619"/>
                  <a:chOff x="19050" y="0"/>
                  <a:chExt cx="600279" cy="283617"/>
                </a:xfrm>
              </p:grpSpPr>
              <p:sp>
                <p:nvSpPr>
                  <p:cNvPr id="1657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58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59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60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62" name="CLB"/>
                <p:cNvSpPr txBox="1"/>
                <p:nvPr/>
              </p:nvSpPr>
              <p:spPr>
                <a:xfrm>
                  <a:off x="1348501" y="543500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667" name="Group"/>
                <p:cNvGrpSpPr/>
                <p:nvPr/>
              </p:nvGrpSpPr>
              <p:grpSpPr>
                <a:xfrm flipH="1">
                  <a:off x="1603404" y="4471363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663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64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65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66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68" name="Rectangle"/>
                <p:cNvSpPr/>
                <p:nvPr/>
              </p:nvSpPr>
              <p:spPr>
                <a:xfrm>
                  <a:off x="3848474" y="5073643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669" name="Line"/>
                <p:cNvSpPr/>
                <p:nvPr/>
              </p:nvSpPr>
              <p:spPr>
                <a:xfrm>
                  <a:off x="6140984" y="5549331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0" name="Line"/>
                <p:cNvSpPr/>
                <p:nvPr/>
              </p:nvSpPr>
              <p:spPr>
                <a:xfrm>
                  <a:off x="6136631" y="5643871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1" name="Line"/>
                <p:cNvSpPr/>
                <p:nvPr/>
              </p:nvSpPr>
              <p:spPr>
                <a:xfrm>
                  <a:off x="6136631" y="5738410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2" name="Line"/>
                <p:cNvSpPr/>
                <p:nvPr/>
              </p:nvSpPr>
              <p:spPr>
                <a:xfrm>
                  <a:off x="6138487" y="5832949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3" name="Line"/>
                <p:cNvSpPr/>
                <p:nvPr/>
              </p:nvSpPr>
              <p:spPr>
                <a:xfrm flipV="1">
                  <a:off x="4864300" y="6311897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4" name="Line"/>
                <p:cNvSpPr/>
                <p:nvPr/>
              </p:nvSpPr>
              <p:spPr>
                <a:xfrm flipV="1">
                  <a:off x="4958839" y="6311543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5" name="Line"/>
                <p:cNvSpPr/>
                <p:nvPr/>
              </p:nvSpPr>
              <p:spPr>
                <a:xfrm flipV="1">
                  <a:off x="5053378" y="6312114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6" name="Line"/>
                <p:cNvSpPr/>
                <p:nvPr/>
              </p:nvSpPr>
              <p:spPr>
                <a:xfrm flipV="1">
                  <a:off x="5147917" y="6309603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77" name="SB"/>
                <p:cNvSpPr/>
                <p:nvPr/>
              </p:nvSpPr>
              <p:spPr>
                <a:xfrm>
                  <a:off x="6334752" y="6546237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682" name="Group"/>
                <p:cNvGrpSpPr/>
                <p:nvPr/>
              </p:nvGrpSpPr>
              <p:grpSpPr>
                <a:xfrm flipH="1" rot="10800000">
                  <a:off x="3244050" y="5477217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678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79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80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81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83" name="CLB"/>
                <p:cNvSpPr txBox="1"/>
                <p:nvPr/>
              </p:nvSpPr>
              <p:spPr>
                <a:xfrm>
                  <a:off x="4562127" y="542925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688" name="Group"/>
                <p:cNvGrpSpPr/>
                <p:nvPr/>
              </p:nvGrpSpPr>
              <p:grpSpPr>
                <a:xfrm flipH="1">
                  <a:off x="4783313" y="4462739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684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85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86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687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689" name="Rectangle"/>
                <p:cNvSpPr/>
                <p:nvPr/>
              </p:nvSpPr>
              <p:spPr>
                <a:xfrm>
                  <a:off x="7062100" y="5076518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690" name="Line"/>
                <p:cNvSpPr/>
                <p:nvPr/>
              </p:nvSpPr>
              <p:spPr>
                <a:xfrm>
                  <a:off x="9354611" y="5552206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1" name="Line"/>
                <p:cNvSpPr/>
                <p:nvPr/>
              </p:nvSpPr>
              <p:spPr>
                <a:xfrm>
                  <a:off x="9350257" y="5646746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2" name="Line"/>
                <p:cNvSpPr/>
                <p:nvPr/>
              </p:nvSpPr>
              <p:spPr>
                <a:xfrm>
                  <a:off x="9350257" y="5741285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3" name="Line"/>
                <p:cNvSpPr/>
                <p:nvPr/>
              </p:nvSpPr>
              <p:spPr>
                <a:xfrm>
                  <a:off x="9352113" y="5835824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4" name="Line"/>
                <p:cNvSpPr/>
                <p:nvPr/>
              </p:nvSpPr>
              <p:spPr>
                <a:xfrm flipV="1">
                  <a:off x="8077926" y="631477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5" name="Line"/>
                <p:cNvSpPr/>
                <p:nvPr/>
              </p:nvSpPr>
              <p:spPr>
                <a:xfrm flipV="1">
                  <a:off x="8172466" y="6314418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6" name="Line"/>
                <p:cNvSpPr/>
                <p:nvPr/>
              </p:nvSpPr>
              <p:spPr>
                <a:xfrm flipV="1">
                  <a:off x="8267005" y="6314989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7" name="Line"/>
                <p:cNvSpPr/>
                <p:nvPr/>
              </p:nvSpPr>
              <p:spPr>
                <a:xfrm flipV="1">
                  <a:off x="8361544" y="6312478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698" name="SB"/>
                <p:cNvSpPr/>
                <p:nvPr/>
              </p:nvSpPr>
              <p:spPr>
                <a:xfrm>
                  <a:off x="9548379" y="6549112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703" name="Group"/>
                <p:cNvGrpSpPr/>
                <p:nvPr/>
              </p:nvGrpSpPr>
              <p:grpSpPr>
                <a:xfrm flipH="1" rot="10800000">
                  <a:off x="6457677" y="5480092"/>
                  <a:ext cx="600280" cy="283618"/>
                  <a:chOff x="19050" y="0"/>
                  <a:chExt cx="600279" cy="283617"/>
                </a:xfrm>
              </p:grpSpPr>
              <p:sp>
                <p:nvSpPr>
                  <p:cNvPr id="1699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0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1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2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04" name="CLB"/>
                <p:cNvSpPr txBox="1"/>
                <p:nvPr/>
              </p:nvSpPr>
              <p:spPr>
                <a:xfrm>
                  <a:off x="7775754" y="5432125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709" name="Group"/>
                <p:cNvGrpSpPr/>
                <p:nvPr/>
              </p:nvGrpSpPr>
              <p:grpSpPr>
                <a:xfrm flipH="1">
                  <a:off x="8002591" y="4465043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705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6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7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08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10" name="Rectangle"/>
                <p:cNvSpPr/>
                <p:nvPr/>
              </p:nvSpPr>
              <p:spPr>
                <a:xfrm>
                  <a:off x="10275727" y="5070768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711" name="Line"/>
                <p:cNvSpPr/>
                <p:nvPr/>
              </p:nvSpPr>
              <p:spPr>
                <a:xfrm>
                  <a:off x="12568236" y="5546457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2" name="Line"/>
                <p:cNvSpPr/>
                <p:nvPr/>
              </p:nvSpPr>
              <p:spPr>
                <a:xfrm>
                  <a:off x="12563885" y="5640995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3" name="Line"/>
                <p:cNvSpPr/>
                <p:nvPr/>
              </p:nvSpPr>
              <p:spPr>
                <a:xfrm>
                  <a:off x="12563885" y="5735535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4" name="Line"/>
                <p:cNvSpPr/>
                <p:nvPr/>
              </p:nvSpPr>
              <p:spPr>
                <a:xfrm>
                  <a:off x="12565740" y="5830074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5" name="Line"/>
                <p:cNvSpPr/>
                <p:nvPr/>
              </p:nvSpPr>
              <p:spPr>
                <a:xfrm flipV="1">
                  <a:off x="11291553" y="630902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6" name="Line"/>
                <p:cNvSpPr/>
                <p:nvPr/>
              </p:nvSpPr>
              <p:spPr>
                <a:xfrm flipV="1">
                  <a:off x="11386091" y="630866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7" name="Line"/>
                <p:cNvSpPr/>
                <p:nvPr/>
              </p:nvSpPr>
              <p:spPr>
                <a:xfrm flipV="1">
                  <a:off x="11480630" y="6309239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8" name="Line"/>
                <p:cNvSpPr/>
                <p:nvPr/>
              </p:nvSpPr>
              <p:spPr>
                <a:xfrm flipV="1">
                  <a:off x="11575170" y="6306729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19" name="SB"/>
                <p:cNvSpPr/>
                <p:nvPr/>
              </p:nvSpPr>
              <p:spPr>
                <a:xfrm>
                  <a:off x="12762006" y="6543363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724" name="Group"/>
                <p:cNvGrpSpPr/>
                <p:nvPr/>
              </p:nvGrpSpPr>
              <p:grpSpPr>
                <a:xfrm flipH="1" rot="10800000">
                  <a:off x="9671303" y="5474342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720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1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2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3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25" name="CLB"/>
                <p:cNvSpPr txBox="1"/>
                <p:nvPr/>
              </p:nvSpPr>
              <p:spPr>
                <a:xfrm>
                  <a:off x="10989381" y="5426375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730" name="Group"/>
                <p:cNvGrpSpPr/>
                <p:nvPr/>
              </p:nvGrpSpPr>
              <p:grpSpPr>
                <a:xfrm flipH="1">
                  <a:off x="11206924" y="4465043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726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7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8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29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31" name="Rectangle"/>
                <p:cNvSpPr/>
                <p:nvPr/>
              </p:nvSpPr>
              <p:spPr>
                <a:xfrm>
                  <a:off x="13478411" y="5073643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732" name="Line"/>
                <p:cNvSpPr/>
                <p:nvPr/>
              </p:nvSpPr>
              <p:spPr>
                <a:xfrm>
                  <a:off x="15770922" y="554933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3" name="Line"/>
                <p:cNvSpPr/>
                <p:nvPr/>
              </p:nvSpPr>
              <p:spPr>
                <a:xfrm>
                  <a:off x="15766569" y="5643871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4" name="Line"/>
                <p:cNvSpPr/>
                <p:nvPr/>
              </p:nvSpPr>
              <p:spPr>
                <a:xfrm>
                  <a:off x="15766569" y="5738410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5" name="Line"/>
                <p:cNvSpPr/>
                <p:nvPr/>
              </p:nvSpPr>
              <p:spPr>
                <a:xfrm>
                  <a:off x="15768426" y="5832949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6" name="Line"/>
                <p:cNvSpPr/>
                <p:nvPr/>
              </p:nvSpPr>
              <p:spPr>
                <a:xfrm flipV="1">
                  <a:off x="14494238" y="6311897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7" name="Line"/>
                <p:cNvSpPr/>
                <p:nvPr/>
              </p:nvSpPr>
              <p:spPr>
                <a:xfrm flipV="1">
                  <a:off x="14588777" y="6311543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8" name="Line"/>
                <p:cNvSpPr/>
                <p:nvPr/>
              </p:nvSpPr>
              <p:spPr>
                <a:xfrm flipV="1">
                  <a:off x="14683315" y="6312114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39" name="Line"/>
                <p:cNvSpPr/>
                <p:nvPr/>
              </p:nvSpPr>
              <p:spPr>
                <a:xfrm flipV="1">
                  <a:off x="14777854" y="6309603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40" name="SB"/>
                <p:cNvSpPr/>
                <p:nvPr/>
              </p:nvSpPr>
              <p:spPr>
                <a:xfrm>
                  <a:off x="15964690" y="6546237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745" name="Group"/>
                <p:cNvGrpSpPr/>
                <p:nvPr/>
              </p:nvGrpSpPr>
              <p:grpSpPr>
                <a:xfrm flipH="1" rot="10800000">
                  <a:off x="12873988" y="5477217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741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42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43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44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46" name="CLB"/>
                <p:cNvSpPr txBox="1"/>
                <p:nvPr/>
              </p:nvSpPr>
              <p:spPr>
                <a:xfrm>
                  <a:off x="14192067" y="542925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751" name="Group"/>
                <p:cNvGrpSpPr/>
                <p:nvPr/>
              </p:nvGrpSpPr>
              <p:grpSpPr>
                <a:xfrm flipH="1">
                  <a:off x="14391509" y="4471363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747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48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49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50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52" name="Line"/>
                <p:cNvSpPr/>
                <p:nvPr/>
              </p:nvSpPr>
              <p:spPr>
                <a:xfrm flipH="1">
                  <a:off x="13239294" y="91172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3" name="Line"/>
                <p:cNvSpPr/>
                <p:nvPr/>
              </p:nvSpPr>
              <p:spPr>
                <a:xfrm flipH="1">
                  <a:off x="13239294" y="902448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4" name="Line"/>
                <p:cNvSpPr/>
                <p:nvPr/>
              </p:nvSpPr>
              <p:spPr>
                <a:xfrm flipH="1">
                  <a:off x="13239294" y="8931768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5" name="Line"/>
                <p:cNvSpPr/>
                <p:nvPr/>
              </p:nvSpPr>
              <p:spPr>
                <a:xfrm flipH="1">
                  <a:off x="13239294" y="883905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6" name="Line"/>
                <p:cNvSpPr/>
                <p:nvPr/>
              </p:nvSpPr>
              <p:spPr>
                <a:xfrm flipH="1">
                  <a:off x="10036609" y="9114332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7" name="Line"/>
                <p:cNvSpPr/>
                <p:nvPr/>
              </p:nvSpPr>
              <p:spPr>
                <a:xfrm flipH="1">
                  <a:off x="10036609" y="9021612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8" name="Line"/>
                <p:cNvSpPr/>
                <p:nvPr/>
              </p:nvSpPr>
              <p:spPr>
                <a:xfrm flipH="1">
                  <a:off x="10036609" y="8928894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59" name="Line"/>
                <p:cNvSpPr/>
                <p:nvPr/>
              </p:nvSpPr>
              <p:spPr>
                <a:xfrm flipH="1">
                  <a:off x="10036609" y="8836176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0" name="Line"/>
                <p:cNvSpPr/>
                <p:nvPr/>
              </p:nvSpPr>
              <p:spPr>
                <a:xfrm flipH="1">
                  <a:off x="6822982" y="9120081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1" name="Line"/>
                <p:cNvSpPr/>
                <p:nvPr/>
              </p:nvSpPr>
              <p:spPr>
                <a:xfrm flipH="1">
                  <a:off x="6822982" y="9027362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2" name="Line"/>
                <p:cNvSpPr/>
                <p:nvPr/>
              </p:nvSpPr>
              <p:spPr>
                <a:xfrm flipH="1">
                  <a:off x="6822982" y="8934643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3" name="Line"/>
                <p:cNvSpPr/>
                <p:nvPr/>
              </p:nvSpPr>
              <p:spPr>
                <a:xfrm flipH="1">
                  <a:off x="6822982" y="8841925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4" name="Line"/>
                <p:cNvSpPr/>
                <p:nvPr/>
              </p:nvSpPr>
              <p:spPr>
                <a:xfrm flipH="1">
                  <a:off x="3609356" y="91172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5" name="Line"/>
                <p:cNvSpPr/>
                <p:nvPr/>
              </p:nvSpPr>
              <p:spPr>
                <a:xfrm flipH="1">
                  <a:off x="3609356" y="902448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6" name="Line"/>
                <p:cNvSpPr/>
                <p:nvPr/>
              </p:nvSpPr>
              <p:spPr>
                <a:xfrm flipH="1">
                  <a:off x="3609356" y="8931768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7" name="Line"/>
                <p:cNvSpPr/>
                <p:nvPr/>
              </p:nvSpPr>
              <p:spPr>
                <a:xfrm flipH="1">
                  <a:off x="3609356" y="883905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8" name="Line"/>
                <p:cNvSpPr/>
                <p:nvPr/>
              </p:nvSpPr>
              <p:spPr>
                <a:xfrm flipH="1">
                  <a:off x="395729" y="9122956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69" name="Line"/>
                <p:cNvSpPr/>
                <p:nvPr/>
              </p:nvSpPr>
              <p:spPr>
                <a:xfrm flipH="1">
                  <a:off x="395729" y="9030237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0" name="Line"/>
                <p:cNvSpPr/>
                <p:nvPr/>
              </p:nvSpPr>
              <p:spPr>
                <a:xfrm flipH="1">
                  <a:off x="395729" y="8937518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1" name="Line"/>
                <p:cNvSpPr/>
                <p:nvPr/>
              </p:nvSpPr>
              <p:spPr>
                <a:xfrm flipH="1">
                  <a:off x="395729" y="8844800"/>
                  <a:ext cx="2770757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2" name="Rectangle"/>
                <p:cNvSpPr/>
                <p:nvPr/>
              </p:nvSpPr>
              <p:spPr>
                <a:xfrm>
                  <a:off x="623473" y="7257168"/>
                  <a:ext cx="2293235" cy="1234997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773" name="Line"/>
                <p:cNvSpPr/>
                <p:nvPr/>
              </p:nvSpPr>
              <p:spPr>
                <a:xfrm>
                  <a:off x="2915983" y="7732858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4" name="Line"/>
                <p:cNvSpPr/>
                <p:nvPr/>
              </p:nvSpPr>
              <p:spPr>
                <a:xfrm>
                  <a:off x="2911630" y="7827396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5" name="Line"/>
                <p:cNvSpPr/>
                <p:nvPr/>
              </p:nvSpPr>
              <p:spPr>
                <a:xfrm>
                  <a:off x="2911630" y="7921935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6" name="Line"/>
                <p:cNvSpPr/>
                <p:nvPr/>
              </p:nvSpPr>
              <p:spPr>
                <a:xfrm>
                  <a:off x="2913486" y="8016475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7" name="Line"/>
                <p:cNvSpPr/>
                <p:nvPr/>
              </p:nvSpPr>
              <p:spPr>
                <a:xfrm flipV="1">
                  <a:off x="1639299" y="8495423"/>
                  <a:ext cx="1" cy="33285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8" name="Line"/>
                <p:cNvSpPr/>
                <p:nvPr/>
              </p:nvSpPr>
              <p:spPr>
                <a:xfrm flipV="1">
                  <a:off x="1733838" y="8495069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79" name="Line"/>
                <p:cNvSpPr/>
                <p:nvPr/>
              </p:nvSpPr>
              <p:spPr>
                <a:xfrm flipV="1">
                  <a:off x="1828377" y="849564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80" name="Line"/>
                <p:cNvSpPr/>
                <p:nvPr/>
              </p:nvSpPr>
              <p:spPr>
                <a:xfrm flipV="1">
                  <a:off x="1922916" y="8493129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81" name="SB"/>
                <p:cNvSpPr/>
                <p:nvPr/>
              </p:nvSpPr>
              <p:spPr>
                <a:xfrm>
                  <a:off x="3109752" y="8729764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786" name="Group"/>
                <p:cNvGrpSpPr/>
                <p:nvPr/>
              </p:nvGrpSpPr>
              <p:grpSpPr>
                <a:xfrm flipH="1" rot="10800000">
                  <a:off x="19050" y="7660743"/>
                  <a:ext cx="600280" cy="283618"/>
                  <a:chOff x="19050" y="0"/>
                  <a:chExt cx="600279" cy="283617"/>
                </a:xfrm>
              </p:grpSpPr>
              <p:sp>
                <p:nvSpPr>
                  <p:cNvPr id="1782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83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84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85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87" name="CLB"/>
                <p:cNvSpPr txBox="1"/>
                <p:nvPr/>
              </p:nvSpPr>
              <p:spPr>
                <a:xfrm>
                  <a:off x="1337126" y="7612776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792" name="Group"/>
                <p:cNvGrpSpPr/>
                <p:nvPr/>
              </p:nvGrpSpPr>
              <p:grpSpPr>
                <a:xfrm flipH="1">
                  <a:off x="1592029" y="6649140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788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89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90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791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793" name="Rectangle"/>
                <p:cNvSpPr/>
                <p:nvPr/>
              </p:nvSpPr>
              <p:spPr>
                <a:xfrm>
                  <a:off x="3837099" y="7251419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794" name="Line"/>
                <p:cNvSpPr/>
                <p:nvPr/>
              </p:nvSpPr>
              <p:spPr>
                <a:xfrm>
                  <a:off x="6129609" y="7727108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95" name="Line"/>
                <p:cNvSpPr/>
                <p:nvPr/>
              </p:nvSpPr>
              <p:spPr>
                <a:xfrm>
                  <a:off x="6125257" y="7821647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96" name="Line"/>
                <p:cNvSpPr/>
                <p:nvPr/>
              </p:nvSpPr>
              <p:spPr>
                <a:xfrm>
                  <a:off x="6125257" y="7916186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97" name="Line"/>
                <p:cNvSpPr/>
                <p:nvPr/>
              </p:nvSpPr>
              <p:spPr>
                <a:xfrm>
                  <a:off x="6127112" y="8010725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98" name="Line"/>
                <p:cNvSpPr/>
                <p:nvPr/>
              </p:nvSpPr>
              <p:spPr>
                <a:xfrm flipV="1">
                  <a:off x="4852925" y="8489673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799" name="Line"/>
                <p:cNvSpPr/>
                <p:nvPr/>
              </p:nvSpPr>
              <p:spPr>
                <a:xfrm flipV="1">
                  <a:off x="4947464" y="8489319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00" name="Line"/>
                <p:cNvSpPr/>
                <p:nvPr/>
              </p:nvSpPr>
              <p:spPr>
                <a:xfrm flipV="1">
                  <a:off x="5042003" y="84898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01" name="Line"/>
                <p:cNvSpPr/>
                <p:nvPr/>
              </p:nvSpPr>
              <p:spPr>
                <a:xfrm flipV="1">
                  <a:off x="5136543" y="8487379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02" name="SB"/>
                <p:cNvSpPr/>
                <p:nvPr/>
              </p:nvSpPr>
              <p:spPr>
                <a:xfrm>
                  <a:off x="6323378" y="8724014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807" name="Group"/>
                <p:cNvGrpSpPr/>
                <p:nvPr/>
              </p:nvGrpSpPr>
              <p:grpSpPr>
                <a:xfrm flipH="1" rot="10800000">
                  <a:off x="3232676" y="7654993"/>
                  <a:ext cx="600281" cy="283619"/>
                  <a:chOff x="19050" y="0"/>
                  <a:chExt cx="600279" cy="283617"/>
                </a:xfrm>
              </p:grpSpPr>
              <p:sp>
                <p:nvSpPr>
                  <p:cNvPr id="1803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04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05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06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08" name="CLB"/>
                <p:cNvSpPr txBox="1"/>
                <p:nvPr/>
              </p:nvSpPr>
              <p:spPr>
                <a:xfrm>
                  <a:off x="4550753" y="7607026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813" name="Group"/>
                <p:cNvGrpSpPr/>
                <p:nvPr/>
              </p:nvGrpSpPr>
              <p:grpSpPr>
                <a:xfrm flipH="1">
                  <a:off x="4771938" y="6640516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809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10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11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12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14" name="Rectangle"/>
                <p:cNvSpPr/>
                <p:nvPr/>
              </p:nvSpPr>
              <p:spPr>
                <a:xfrm>
                  <a:off x="7050726" y="7254294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815" name="Line"/>
                <p:cNvSpPr/>
                <p:nvPr/>
              </p:nvSpPr>
              <p:spPr>
                <a:xfrm>
                  <a:off x="9343236" y="7729983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16" name="Line"/>
                <p:cNvSpPr/>
                <p:nvPr/>
              </p:nvSpPr>
              <p:spPr>
                <a:xfrm>
                  <a:off x="9338883" y="7824522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17" name="Line"/>
                <p:cNvSpPr/>
                <p:nvPr/>
              </p:nvSpPr>
              <p:spPr>
                <a:xfrm>
                  <a:off x="9338883" y="7919061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18" name="Line"/>
                <p:cNvSpPr/>
                <p:nvPr/>
              </p:nvSpPr>
              <p:spPr>
                <a:xfrm>
                  <a:off x="9340739" y="8013600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19" name="Line"/>
                <p:cNvSpPr/>
                <p:nvPr/>
              </p:nvSpPr>
              <p:spPr>
                <a:xfrm flipV="1">
                  <a:off x="8066552" y="8492548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20" name="Line"/>
                <p:cNvSpPr/>
                <p:nvPr/>
              </p:nvSpPr>
              <p:spPr>
                <a:xfrm flipV="1">
                  <a:off x="8161091" y="8492194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21" name="Line"/>
                <p:cNvSpPr/>
                <p:nvPr/>
              </p:nvSpPr>
              <p:spPr>
                <a:xfrm flipV="1">
                  <a:off x="8255630" y="8492765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22" name="Line"/>
                <p:cNvSpPr/>
                <p:nvPr/>
              </p:nvSpPr>
              <p:spPr>
                <a:xfrm flipV="1">
                  <a:off x="8350170" y="8490254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23" name="SB"/>
                <p:cNvSpPr/>
                <p:nvPr/>
              </p:nvSpPr>
              <p:spPr>
                <a:xfrm>
                  <a:off x="9537004" y="8726889"/>
                  <a:ext cx="525378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828" name="Group"/>
                <p:cNvGrpSpPr/>
                <p:nvPr/>
              </p:nvGrpSpPr>
              <p:grpSpPr>
                <a:xfrm flipH="1" rot="10800000">
                  <a:off x="6446302" y="7657869"/>
                  <a:ext cx="600281" cy="283618"/>
                  <a:chOff x="19050" y="0"/>
                  <a:chExt cx="600279" cy="283617"/>
                </a:xfrm>
              </p:grpSpPr>
              <p:sp>
                <p:nvSpPr>
                  <p:cNvPr id="1824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25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26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27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29" name="CLB"/>
                <p:cNvSpPr txBox="1"/>
                <p:nvPr/>
              </p:nvSpPr>
              <p:spPr>
                <a:xfrm>
                  <a:off x="7764379" y="7609901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834" name="Group"/>
                <p:cNvGrpSpPr/>
                <p:nvPr/>
              </p:nvGrpSpPr>
              <p:grpSpPr>
                <a:xfrm flipH="1">
                  <a:off x="7991216" y="6642820"/>
                  <a:ext cx="283618" cy="629475"/>
                  <a:chOff x="0" y="19050"/>
                  <a:chExt cx="283616" cy="629474"/>
                </a:xfrm>
              </p:grpSpPr>
              <p:sp>
                <p:nvSpPr>
                  <p:cNvPr id="1830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31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32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33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35" name="Rectangle"/>
                <p:cNvSpPr/>
                <p:nvPr/>
              </p:nvSpPr>
              <p:spPr>
                <a:xfrm>
                  <a:off x="10264352" y="7248544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836" name="Line"/>
                <p:cNvSpPr/>
                <p:nvPr/>
              </p:nvSpPr>
              <p:spPr>
                <a:xfrm>
                  <a:off x="12556862" y="7724233"/>
                  <a:ext cx="316632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37" name="Line"/>
                <p:cNvSpPr/>
                <p:nvPr/>
              </p:nvSpPr>
              <p:spPr>
                <a:xfrm>
                  <a:off x="12552510" y="7818772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38" name="Line"/>
                <p:cNvSpPr/>
                <p:nvPr/>
              </p:nvSpPr>
              <p:spPr>
                <a:xfrm>
                  <a:off x="12552510" y="7913311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39" name="Line"/>
                <p:cNvSpPr/>
                <p:nvPr/>
              </p:nvSpPr>
              <p:spPr>
                <a:xfrm>
                  <a:off x="12554366" y="8007850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40" name="Line"/>
                <p:cNvSpPr/>
                <p:nvPr/>
              </p:nvSpPr>
              <p:spPr>
                <a:xfrm flipV="1">
                  <a:off x="11280179" y="8486798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41" name="Line"/>
                <p:cNvSpPr/>
                <p:nvPr/>
              </p:nvSpPr>
              <p:spPr>
                <a:xfrm flipV="1">
                  <a:off x="11374717" y="8486445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42" name="Line"/>
                <p:cNvSpPr/>
                <p:nvPr/>
              </p:nvSpPr>
              <p:spPr>
                <a:xfrm flipV="1">
                  <a:off x="11469256" y="8487016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43" name="Line"/>
                <p:cNvSpPr/>
                <p:nvPr/>
              </p:nvSpPr>
              <p:spPr>
                <a:xfrm flipV="1">
                  <a:off x="11563795" y="8484505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44" name="SB"/>
                <p:cNvSpPr/>
                <p:nvPr/>
              </p:nvSpPr>
              <p:spPr>
                <a:xfrm>
                  <a:off x="12750631" y="8721139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849" name="Group"/>
                <p:cNvGrpSpPr/>
                <p:nvPr/>
              </p:nvGrpSpPr>
              <p:grpSpPr>
                <a:xfrm flipH="1" rot="10800000">
                  <a:off x="9659928" y="7652118"/>
                  <a:ext cx="600281" cy="283619"/>
                  <a:chOff x="19050" y="0"/>
                  <a:chExt cx="600279" cy="283617"/>
                </a:xfrm>
              </p:grpSpPr>
              <p:sp>
                <p:nvSpPr>
                  <p:cNvPr id="1845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46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47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48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50" name="CLB"/>
                <p:cNvSpPr txBox="1"/>
                <p:nvPr/>
              </p:nvSpPr>
              <p:spPr>
                <a:xfrm>
                  <a:off x="10978006" y="7604152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855" name="Group"/>
                <p:cNvGrpSpPr/>
                <p:nvPr/>
              </p:nvGrpSpPr>
              <p:grpSpPr>
                <a:xfrm flipH="1">
                  <a:off x="11195549" y="6642820"/>
                  <a:ext cx="283618" cy="629475"/>
                  <a:chOff x="0" y="19050"/>
                  <a:chExt cx="283616" cy="629474"/>
                </a:xfrm>
              </p:grpSpPr>
              <p:sp>
                <p:nvSpPr>
                  <p:cNvPr id="1851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52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53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54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56" name="Rectangle"/>
                <p:cNvSpPr/>
                <p:nvPr/>
              </p:nvSpPr>
              <p:spPr>
                <a:xfrm>
                  <a:off x="13467038" y="7251419"/>
                  <a:ext cx="2293235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857" name="Line"/>
                <p:cNvSpPr/>
                <p:nvPr/>
              </p:nvSpPr>
              <p:spPr>
                <a:xfrm>
                  <a:off x="15759546" y="7727108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58" name="Line"/>
                <p:cNvSpPr/>
                <p:nvPr/>
              </p:nvSpPr>
              <p:spPr>
                <a:xfrm>
                  <a:off x="15755196" y="7821647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59" name="Line"/>
                <p:cNvSpPr/>
                <p:nvPr/>
              </p:nvSpPr>
              <p:spPr>
                <a:xfrm>
                  <a:off x="15755196" y="7916186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0" name="Line"/>
                <p:cNvSpPr/>
                <p:nvPr/>
              </p:nvSpPr>
              <p:spPr>
                <a:xfrm>
                  <a:off x="15757050" y="8010725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1" name="Line"/>
                <p:cNvSpPr/>
                <p:nvPr/>
              </p:nvSpPr>
              <p:spPr>
                <a:xfrm flipV="1">
                  <a:off x="14482865" y="8489673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2" name="Line"/>
                <p:cNvSpPr/>
                <p:nvPr/>
              </p:nvSpPr>
              <p:spPr>
                <a:xfrm flipV="1">
                  <a:off x="14577401" y="8489319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3" name="Line"/>
                <p:cNvSpPr/>
                <p:nvPr/>
              </p:nvSpPr>
              <p:spPr>
                <a:xfrm flipV="1">
                  <a:off x="14671942" y="84898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4" name="Line"/>
                <p:cNvSpPr/>
                <p:nvPr/>
              </p:nvSpPr>
              <p:spPr>
                <a:xfrm flipV="1">
                  <a:off x="14766481" y="8487379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865" name="SB"/>
                <p:cNvSpPr/>
                <p:nvPr/>
              </p:nvSpPr>
              <p:spPr>
                <a:xfrm>
                  <a:off x="15953317" y="8724014"/>
                  <a:ext cx="525378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870" name="Group"/>
                <p:cNvGrpSpPr/>
                <p:nvPr/>
              </p:nvGrpSpPr>
              <p:grpSpPr>
                <a:xfrm flipH="1" rot="10800000">
                  <a:off x="12862614" y="7654993"/>
                  <a:ext cx="600280" cy="283619"/>
                  <a:chOff x="19050" y="0"/>
                  <a:chExt cx="600279" cy="283617"/>
                </a:xfrm>
              </p:grpSpPr>
              <p:sp>
                <p:nvSpPr>
                  <p:cNvPr id="1866" name="Line"/>
                  <p:cNvSpPr/>
                  <p:nvPr/>
                </p:nvSpPr>
                <p:spPr>
                  <a:xfrm>
                    <a:off x="300504" y="0"/>
                    <a:ext cx="316633" cy="0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67" name="Line"/>
                  <p:cNvSpPr/>
                  <p:nvPr/>
                </p:nvSpPr>
                <p:spPr>
                  <a:xfrm>
                    <a:off x="205476" y="94538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68" name="Line"/>
                  <p:cNvSpPr/>
                  <p:nvPr/>
                </p:nvSpPr>
                <p:spPr>
                  <a:xfrm>
                    <a:off x="116532" y="189077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69" name="Line"/>
                  <p:cNvSpPr/>
                  <p:nvPr/>
                </p:nvSpPr>
                <p:spPr>
                  <a:xfrm>
                    <a:off x="19050" y="283617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871" name="CLB"/>
                <p:cNvSpPr txBox="1"/>
                <p:nvPr/>
              </p:nvSpPr>
              <p:spPr>
                <a:xfrm>
                  <a:off x="14180691" y="7607026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grpSp>
              <p:nvGrpSpPr>
                <p:cNvPr id="1876" name="Group"/>
                <p:cNvGrpSpPr/>
                <p:nvPr/>
              </p:nvGrpSpPr>
              <p:grpSpPr>
                <a:xfrm flipH="1">
                  <a:off x="14380136" y="6649140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872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73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74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875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</p:grpSp>
        </p:grpSp>
      </p:grpSp>
      <p:sp>
        <p:nvSpPr>
          <p:cNvPr id="1880" name="Rectangle"/>
          <p:cNvSpPr/>
          <p:nvPr/>
        </p:nvSpPr>
        <p:spPr>
          <a:xfrm>
            <a:off x="1975803" y="1972258"/>
            <a:ext cx="20432394" cy="9771484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921" name="Group"/>
          <p:cNvGrpSpPr/>
          <p:nvPr/>
        </p:nvGrpSpPr>
        <p:grpSpPr>
          <a:xfrm>
            <a:off x="612641" y="777846"/>
            <a:ext cx="23158717" cy="12160307"/>
            <a:chOff x="0" y="0"/>
            <a:chExt cx="23158716" cy="12160305"/>
          </a:xfrm>
        </p:grpSpPr>
        <p:sp>
          <p:nvSpPr>
            <p:cNvPr id="1881" name="I/O"/>
            <p:cNvSpPr txBox="1"/>
            <p:nvPr/>
          </p:nvSpPr>
          <p:spPr>
            <a:xfrm>
              <a:off x="3135152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2" name="I/O"/>
            <p:cNvSpPr txBox="1"/>
            <p:nvPr/>
          </p:nvSpPr>
          <p:spPr>
            <a:xfrm>
              <a:off x="12800672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3" name="I/O"/>
            <p:cNvSpPr txBox="1"/>
            <p:nvPr/>
          </p:nvSpPr>
          <p:spPr>
            <a:xfrm>
              <a:off x="19244349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4" name="I/O"/>
            <p:cNvSpPr txBox="1"/>
            <p:nvPr/>
          </p:nvSpPr>
          <p:spPr>
            <a:xfrm>
              <a:off x="6356991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5" name="I/O"/>
            <p:cNvSpPr txBox="1"/>
            <p:nvPr/>
          </p:nvSpPr>
          <p:spPr>
            <a:xfrm>
              <a:off x="9578831" y="0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6" name="I/O"/>
            <p:cNvSpPr txBox="1"/>
            <p:nvPr/>
          </p:nvSpPr>
          <p:spPr>
            <a:xfrm>
              <a:off x="16022510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7" name="I/O"/>
            <p:cNvSpPr txBox="1"/>
            <p:nvPr/>
          </p:nvSpPr>
          <p:spPr>
            <a:xfrm>
              <a:off x="3030120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8" name="I/O"/>
            <p:cNvSpPr txBox="1"/>
            <p:nvPr/>
          </p:nvSpPr>
          <p:spPr>
            <a:xfrm>
              <a:off x="12695639" y="11301074"/>
              <a:ext cx="989281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89" name="I/O"/>
            <p:cNvSpPr txBox="1"/>
            <p:nvPr/>
          </p:nvSpPr>
          <p:spPr>
            <a:xfrm>
              <a:off x="19139317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0" name="I/O"/>
            <p:cNvSpPr txBox="1"/>
            <p:nvPr/>
          </p:nvSpPr>
          <p:spPr>
            <a:xfrm>
              <a:off x="6251959" y="11301074"/>
              <a:ext cx="989281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1" name="I/O"/>
            <p:cNvSpPr txBox="1"/>
            <p:nvPr/>
          </p:nvSpPr>
          <p:spPr>
            <a:xfrm>
              <a:off x="9473800" y="11263793"/>
              <a:ext cx="989280" cy="859233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2" name="I/O"/>
            <p:cNvSpPr txBox="1"/>
            <p:nvPr/>
          </p:nvSpPr>
          <p:spPr>
            <a:xfrm>
              <a:off x="15917478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3" name="I/O"/>
            <p:cNvSpPr txBox="1"/>
            <p:nvPr/>
          </p:nvSpPr>
          <p:spPr>
            <a:xfrm>
              <a:off x="0" y="2370340"/>
              <a:ext cx="989280" cy="859233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4" name="I/O"/>
            <p:cNvSpPr txBox="1"/>
            <p:nvPr/>
          </p:nvSpPr>
          <p:spPr>
            <a:xfrm>
              <a:off x="0" y="4586056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5" name="I/O"/>
            <p:cNvSpPr txBox="1"/>
            <p:nvPr/>
          </p:nvSpPr>
          <p:spPr>
            <a:xfrm>
              <a:off x="0" y="6801772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6" name="I/O"/>
            <p:cNvSpPr txBox="1"/>
            <p:nvPr/>
          </p:nvSpPr>
          <p:spPr>
            <a:xfrm>
              <a:off x="0" y="9017489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7" name="I/O"/>
            <p:cNvSpPr txBox="1"/>
            <p:nvPr/>
          </p:nvSpPr>
          <p:spPr>
            <a:xfrm>
              <a:off x="22169437" y="2326963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8" name="I/O"/>
            <p:cNvSpPr txBox="1"/>
            <p:nvPr/>
          </p:nvSpPr>
          <p:spPr>
            <a:xfrm>
              <a:off x="22169437" y="4542678"/>
              <a:ext cx="989280" cy="859233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899" name="I/O"/>
            <p:cNvSpPr txBox="1"/>
            <p:nvPr/>
          </p:nvSpPr>
          <p:spPr>
            <a:xfrm>
              <a:off x="22169437" y="6758394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900" name="I/O"/>
            <p:cNvSpPr txBox="1"/>
            <p:nvPr/>
          </p:nvSpPr>
          <p:spPr>
            <a:xfrm>
              <a:off x="22169437" y="897411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5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1901" name="Line"/>
            <p:cNvSpPr/>
            <p:nvPr/>
          </p:nvSpPr>
          <p:spPr>
            <a:xfrm flipV="1">
              <a:off x="362911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2" name="Line"/>
            <p:cNvSpPr/>
            <p:nvPr/>
          </p:nvSpPr>
          <p:spPr>
            <a:xfrm flipV="1">
              <a:off x="6851342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3" name="Line"/>
            <p:cNvSpPr/>
            <p:nvPr/>
          </p:nvSpPr>
          <p:spPr>
            <a:xfrm flipV="1">
              <a:off x="10073181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4" name="Line"/>
            <p:cNvSpPr/>
            <p:nvPr/>
          </p:nvSpPr>
          <p:spPr>
            <a:xfrm flipV="1">
              <a:off x="1329502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5" name="Line"/>
            <p:cNvSpPr/>
            <p:nvPr/>
          </p:nvSpPr>
          <p:spPr>
            <a:xfrm flipV="1">
              <a:off x="1651686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6" name="Line"/>
            <p:cNvSpPr/>
            <p:nvPr/>
          </p:nvSpPr>
          <p:spPr>
            <a:xfrm flipV="1">
              <a:off x="19738699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7" name="Line"/>
            <p:cNvSpPr/>
            <p:nvPr/>
          </p:nvSpPr>
          <p:spPr>
            <a:xfrm flipV="1">
              <a:off x="3524274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8" name="Line"/>
            <p:cNvSpPr/>
            <p:nvPr/>
          </p:nvSpPr>
          <p:spPr>
            <a:xfrm flipV="1">
              <a:off x="674650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09" name="Line"/>
            <p:cNvSpPr/>
            <p:nvPr/>
          </p:nvSpPr>
          <p:spPr>
            <a:xfrm flipV="1">
              <a:off x="996834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0" name="Line"/>
            <p:cNvSpPr/>
            <p:nvPr/>
          </p:nvSpPr>
          <p:spPr>
            <a:xfrm flipV="1">
              <a:off x="1319018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1" name="Line"/>
            <p:cNvSpPr/>
            <p:nvPr/>
          </p:nvSpPr>
          <p:spPr>
            <a:xfrm flipV="1">
              <a:off x="1641202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2" name="Line"/>
            <p:cNvSpPr/>
            <p:nvPr/>
          </p:nvSpPr>
          <p:spPr>
            <a:xfrm flipV="1">
              <a:off x="19633864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3" name="Line"/>
            <p:cNvSpPr/>
            <p:nvPr/>
          </p:nvSpPr>
          <p:spPr>
            <a:xfrm>
              <a:off x="995093" y="9447104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4" name="Line"/>
            <p:cNvSpPr/>
            <p:nvPr/>
          </p:nvSpPr>
          <p:spPr>
            <a:xfrm>
              <a:off x="995093" y="7231388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5" name="Line"/>
            <p:cNvSpPr/>
            <p:nvPr/>
          </p:nvSpPr>
          <p:spPr>
            <a:xfrm>
              <a:off x="995093" y="5015672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6" name="Line"/>
            <p:cNvSpPr/>
            <p:nvPr/>
          </p:nvSpPr>
          <p:spPr>
            <a:xfrm>
              <a:off x="995093" y="2799956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7" name="Line"/>
            <p:cNvSpPr/>
            <p:nvPr/>
          </p:nvSpPr>
          <p:spPr>
            <a:xfrm>
              <a:off x="21793548" y="9399082"/>
              <a:ext cx="388656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8" name="Line"/>
            <p:cNvSpPr/>
            <p:nvPr/>
          </p:nvSpPr>
          <p:spPr>
            <a:xfrm>
              <a:off x="21793548" y="7183365"/>
              <a:ext cx="388656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19" name="Line"/>
            <p:cNvSpPr/>
            <p:nvPr/>
          </p:nvSpPr>
          <p:spPr>
            <a:xfrm>
              <a:off x="21793548" y="4967649"/>
              <a:ext cx="388656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920" name="Line"/>
            <p:cNvSpPr/>
            <p:nvPr/>
          </p:nvSpPr>
          <p:spPr>
            <a:xfrm>
              <a:off x="21793548" y="2751934"/>
              <a:ext cx="388656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21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2" name="Group"/>
          <p:cNvGrpSpPr/>
          <p:nvPr/>
        </p:nvGrpSpPr>
        <p:grpSpPr>
          <a:xfrm>
            <a:off x="612641" y="777846"/>
            <a:ext cx="23158717" cy="12160307"/>
            <a:chOff x="0" y="0"/>
            <a:chExt cx="23158716" cy="12160305"/>
          </a:xfrm>
        </p:grpSpPr>
        <p:grpSp>
          <p:nvGrpSpPr>
            <p:cNvPr id="2700" name="Group"/>
            <p:cNvGrpSpPr/>
            <p:nvPr/>
          </p:nvGrpSpPr>
          <p:grpSpPr>
            <a:xfrm>
              <a:off x="1665372" y="1460438"/>
              <a:ext cx="19827973" cy="9239430"/>
              <a:chOff x="0" y="0"/>
              <a:chExt cx="19827971" cy="9239429"/>
            </a:xfrm>
          </p:grpSpPr>
          <p:grpSp>
            <p:nvGrpSpPr>
              <p:cNvPr id="2624" name="Group"/>
              <p:cNvGrpSpPr/>
              <p:nvPr/>
            </p:nvGrpSpPr>
            <p:grpSpPr>
              <a:xfrm>
                <a:off x="-1" y="-1"/>
                <a:ext cx="19827972" cy="9239431"/>
                <a:chOff x="0" y="0"/>
                <a:chExt cx="19827970" cy="9239429"/>
              </a:xfrm>
            </p:grpSpPr>
            <p:sp>
              <p:nvSpPr>
                <p:cNvPr id="1923" name="Line"/>
                <p:cNvSpPr/>
                <p:nvPr/>
              </p:nvSpPr>
              <p:spPr>
                <a:xfrm flipV="1">
                  <a:off x="3378393" y="2706549"/>
                  <a:ext cx="1" cy="169339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4" name="Line"/>
                <p:cNvSpPr/>
                <p:nvPr/>
              </p:nvSpPr>
              <p:spPr>
                <a:xfrm flipV="1">
                  <a:off x="3471111" y="2710875"/>
                  <a:ext cx="1" cy="1689065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5" name="Line"/>
                <p:cNvSpPr/>
                <p:nvPr/>
              </p:nvSpPr>
              <p:spPr>
                <a:xfrm flipV="1">
                  <a:off x="3563830" y="2708672"/>
                  <a:ext cx="1" cy="1691267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6" name="Line"/>
                <p:cNvSpPr/>
                <p:nvPr/>
              </p:nvSpPr>
              <p:spPr>
                <a:xfrm flipV="1">
                  <a:off x="3656548" y="2714125"/>
                  <a:ext cx="1" cy="1685814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7" name="Line"/>
                <p:cNvSpPr/>
                <p:nvPr/>
              </p:nvSpPr>
              <p:spPr>
                <a:xfrm flipV="1">
                  <a:off x="169969" y="264886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8" name="Line"/>
                <p:cNvSpPr/>
                <p:nvPr/>
              </p:nvSpPr>
              <p:spPr>
                <a:xfrm flipV="1">
                  <a:off x="262687" y="264886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29" name="Line"/>
                <p:cNvSpPr/>
                <p:nvPr/>
              </p:nvSpPr>
              <p:spPr>
                <a:xfrm flipV="1">
                  <a:off x="355406" y="264886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0" name="Line"/>
                <p:cNvSpPr/>
                <p:nvPr/>
              </p:nvSpPr>
              <p:spPr>
                <a:xfrm flipV="1">
                  <a:off x="448125" y="2648867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1" name="Line"/>
                <p:cNvSpPr/>
                <p:nvPr/>
              </p:nvSpPr>
              <p:spPr>
                <a:xfrm flipV="1">
                  <a:off x="135579" y="482914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2" name="Line"/>
                <p:cNvSpPr/>
                <p:nvPr/>
              </p:nvSpPr>
              <p:spPr>
                <a:xfrm flipV="1">
                  <a:off x="228297" y="482914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3" name="Line"/>
                <p:cNvSpPr/>
                <p:nvPr/>
              </p:nvSpPr>
              <p:spPr>
                <a:xfrm flipV="1">
                  <a:off x="321016" y="482914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4" name="Line"/>
                <p:cNvSpPr/>
                <p:nvPr/>
              </p:nvSpPr>
              <p:spPr>
                <a:xfrm flipV="1">
                  <a:off x="413735" y="482914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5" name="Line"/>
                <p:cNvSpPr/>
                <p:nvPr/>
              </p:nvSpPr>
              <p:spPr>
                <a:xfrm flipV="1">
                  <a:off x="3344002" y="481643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6" name="Line"/>
                <p:cNvSpPr/>
                <p:nvPr/>
              </p:nvSpPr>
              <p:spPr>
                <a:xfrm flipV="1">
                  <a:off x="3436721" y="481643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7" name="Line"/>
                <p:cNvSpPr/>
                <p:nvPr/>
              </p:nvSpPr>
              <p:spPr>
                <a:xfrm flipV="1">
                  <a:off x="3529440" y="481643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8" name="Line"/>
                <p:cNvSpPr/>
                <p:nvPr/>
              </p:nvSpPr>
              <p:spPr>
                <a:xfrm flipV="1">
                  <a:off x="3622158" y="4816438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39" name="Line"/>
                <p:cNvSpPr/>
                <p:nvPr/>
              </p:nvSpPr>
              <p:spPr>
                <a:xfrm flipV="1">
                  <a:off x="3332034" y="699421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0" name="Line"/>
                <p:cNvSpPr/>
                <p:nvPr/>
              </p:nvSpPr>
              <p:spPr>
                <a:xfrm flipV="1">
                  <a:off x="3424752" y="699421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1" name="Line"/>
                <p:cNvSpPr/>
                <p:nvPr/>
              </p:nvSpPr>
              <p:spPr>
                <a:xfrm flipV="1">
                  <a:off x="3517471" y="699421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2" name="Line"/>
                <p:cNvSpPr/>
                <p:nvPr/>
              </p:nvSpPr>
              <p:spPr>
                <a:xfrm flipV="1">
                  <a:off x="3610190" y="6994215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3" name="Line"/>
                <p:cNvSpPr/>
                <p:nvPr/>
              </p:nvSpPr>
              <p:spPr>
                <a:xfrm flipV="1">
                  <a:off x="123610" y="700692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4" name="Line"/>
                <p:cNvSpPr/>
                <p:nvPr/>
              </p:nvSpPr>
              <p:spPr>
                <a:xfrm flipV="1">
                  <a:off x="216328" y="700692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5" name="Line"/>
                <p:cNvSpPr/>
                <p:nvPr/>
              </p:nvSpPr>
              <p:spPr>
                <a:xfrm flipV="1">
                  <a:off x="309047" y="700692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6" name="Line"/>
                <p:cNvSpPr/>
                <p:nvPr/>
              </p:nvSpPr>
              <p:spPr>
                <a:xfrm flipV="1">
                  <a:off x="401766" y="700692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7" name="Rectangle"/>
                <p:cNvSpPr/>
                <p:nvPr/>
              </p:nvSpPr>
              <p:spPr>
                <a:xfrm>
                  <a:off x="768503" y="2900552"/>
                  <a:ext cx="2293236" cy="1234997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948" name="Line"/>
                <p:cNvSpPr/>
                <p:nvPr/>
              </p:nvSpPr>
              <p:spPr>
                <a:xfrm>
                  <a:off x="3061013" y="337624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49" name="Line"/>
                <p:cNvSpPr/>
                <p:nvPr/>
              </p:nvSpPr>
              <p:spPr>
                <a:xfrm>
                  <a:off x="3056661" y="3470780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0" name="Line"/>
                <p:cNvSpPr/>
                <p:nvPr/>
              </p:nvSpPr>
              <p:spPr>
                <a:xfrm>
                  <a:off x="3056661" y="3565319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1" name="Line"/>
                <p:cNvSpPr/>
                <p:nvPr/>
              </p:nvSpPr>
              <p:spPr>
                <a:xfrm>
                  <a:off x="3058516" y="3659859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2" name="Line"/>
                <p:cNvSpPr/>
                <p:nvPr/>
              </p:nvSpPr>
              <p:spPr>
                <a:xfrm>
                  <a:off x="450079" y="3388947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3" name="Line"/>
                <p:cNvSpPr/>
                <p:nvPr/>
              </p:nvSpPr>
              <p:spPr>
                <a:xfrm>
                  <a:off x="355051" y="3483486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4" name="Line"/>
                <p:cNvSpPr/>
                <p:nvPr/>
              </p:nvSpPr>
              <p:spPr>
                <a:xfrm>
                  <a:off x="266107" y="3578025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5" name="Line"/>
                <p:cNvSpPr/>
                <p:nvPr/>
              </p:nvSpPr>
              <p:spPr>
                <a:xfrm>
                  <a:off x="168625" y="3672564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6" name="Line"/>
                <p:cNvSpPr/>
                <p:nvPr/>
              </p:nvSpPr>
              <p:spPr>
                <a:xfrm flipH="1">
                  <a:off x="540760" y="476634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7" name="Line"/>
                <p:cNvSpPr/>
                <p:nvPr/>
              </p:nvSpPr>
              <p:spPr>
                <a:xfrm flipH="1">
                  <a:off x="540760" y="4673620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8" name="Line"/>
                <p:cNvSpPr/>
                <p:nvPr/>
              </p:nvSpPr>
              <p:spPr>
                <a:xfrm flipH="1">
                  <a:off x="540760" y="4580902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59" name="Line"/>
                <p:cNvSpPr/>
                <p:nvPr/>
              </p:nvSpPr>
              <p:spPr>
                <a:xfrm flipH="1">
                  <a:off x="540760" y="448818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60" name="Line"/>
                <p:cNvSpPr/>
                <p:nvPr/>
              </p:nvSpPr>
              <p:spPr>
                <a:xfrm flipV="1">
                  <a:off x="1784329" y="4138807"/>
                  <a:ext cx="1" cy="33285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61" name="Line"/>
                <p:cNvSpPr/>
                <p:nvPr/>
              </p:nvSpPr>
              <p:spPr>
                <a:xfrm flipV="1">
                  <a:off x="1878868" y="4138453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62" name="Line"/>
                <p:cNvSpPr/>
                <p:nvPr/>
              </p:nvSpPr>
              <p:spPr>
                <a:xfrm flipV="1">
                  <a:off x="1973407" y="4139024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63" name="Line"/>
                <p:cNvSpPr/>
                <p:nvPr/>
              </p:nvSpPr>
              <p:spPr>
                <a:xfrm flipV="1">
                  <a:off x="2067946" y="4136513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64" name="SB"/>
                <p:cNvSpPr/>
                <p:nvPr/>
              </p:nvSpPr>
              <p:spPr>
                <a:xfrm>
                  <a:off x="46358" y="4373147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965" name="CLB"/>
                <p:cNvSpPr txBox="1"/>
                <p:nvPr/>
              </p:nvSpPr>
              <p:spPr>
                <a:xfrm>
                  <a:off x="1482157" y="3256160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966" name="SB"/>
                <p:cNvSpPr/>
                <p:nvPr/>
              </p:nvSpPr>
              <p:spPr>
                <a:xfrm>
                  <a:off x="3254782" y="4373147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971" name="Group"/>
                <p:cNvGrpSpPr/>
                <p:nvPr/>
              </p:nvGrpSpPr>
              <p:grpSpPr>
                <a:xfrm flipH="1">
                  <a:off x="1725091" y="2292524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1967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68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69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70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972" name="Rectangle"/>
                <p:cNvSpPr/>
                <p:nvPr/>
              </p:nvSpPr>
              <p:spPr>
                <a:xfrm>
                  <a:off x="734113" y="5080830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973" name="Line"/>
                <p:cNvSpPr/>
                <p:nvPr/>
              </p:nvSpPr>
              <p:spPr>
                <a:xfrm>
                  <a:off x="3026623" y="5556518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4" name="Line"/>
                <p:cNvSpPr/>
                <p:nvPr/>
              </p:nvSpPr>
              <p:spPr>
                <a:xfrm>
                  <a:off x="3022270" y="5651058"/>
                  <a:ext cx="411999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5" name="Line"/>
                <p:cNvSpPr/>
                <p:nvPr/>
              </p:nvSpPr>
              <p:spPr>
                <a:xfrm>
                  <a:off x="3022270" y="5745597"/>
                  <a:ext cx="5003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6" name="Line"/>
                <p:cNvSpPr/>
                <p:nvPr/>
              </p:nvSpPr>
              <p:spPr>
                <a:xfrm>
                  <a:off x="3024126" y="5840136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7" name="Line"/>
                <p:cNvSpPr/>
                <p:nvPr/>
              </p:nvSpPr>
              <p:spPr>
                <a:xfrm>
                  <a:off x="415689" y="556922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8" name="Line"/>
                <p:cNvSpPr/>
                <p:nvPr/>
              </p:nvSpPr>
              <p:spPr>
                <a:xfrm>
                  <a:off x="320662" y="5663763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79" name="Line"/>
                <p:cNvSpPr/>
                <p:nvPr/>
              </p:nvSpPr>
              <p:spPr>
                <a:xfrm>
                  <a:off x="231717" y="5758302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0" name="Line"/>
                <p:cNvSpPr/>
                <p:nvPr/>
              </p:nvSpPr>
              <p:spPr>
                <a:xfrm>
                  <a:off x="134235" y="5852841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1" name="Line"/>
                <p:cNvSpPr/>
                <p:nvPr/>
              </p:nvSpPr>
              <p:spPr>
                <a:xfrm flipH="1">
                  <a:off x="506370" y="694661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2" name="Line"/>
                <p:cNvSpPr/>
                <p:nvPr/>
              </p:nvSpPr>
              <p:spPr>
                <a:xfrm flipH="1">
                  <a:off x="506370" y="685389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3" name="Line"/>
                <p:cNvSpPr/>
                <p:nvPr/>
              </p:nvSpPr>
              <p:spPr>
                <a:xfrm flipH="1">
                  <a:off x="506370" y="6761179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4" name="Line"/>
                <p:cNvSpPr/>
                <p:nvPr/>
              </p:nvSpPr>
              <p:spPr>
                <a:xfrm flipH="1">
                  <a:off x="506370" y="6668461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5" name="Line"/>
                <p:cNvSpPr/>
                <p:nvPr/>
              </p:nvSpPr>
              <p:spPr>
                <a:xfrm flipV="1">
                  <a:off x="1749939" y="6319084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6" name="Line"/>
                <p:cNvSpPr/>
                <p:nvPr/>
              </p:nvSpPr>
              <p:spPr>
                <a:xfrm flipV="1">
                  <a:off x="1844478" y="6318730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7" name="Line"/>
                <p:cNvSpPr/>
                <p:nvPr/>
              </p:nvSpPr>
              <p:spPr>
                <a:xfrm flipV="1">
                  <a:off x="1939017" y="6319301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8" name="Line"/>
                <p:cNvSpPr/>
                <p:nvPr/>
              </p:nvSpPr>
              <p:spPr>
                <a:xfrm flipV="1">
                  <a:off x="2033556" y="6316790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89" name="SB"/>
                <p:cNvSpPr/>
                <p:nvPr/>
              </p:nvSpPr>
              <p:spPr>
                <a:xfrm>
                  <a:off x="11968" y="6553424"/>
                  <a:ext cx="525378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1990" name="CLB"/>
                <p:cNvSpPr txBox="1"/>
                <p:nvPr/>
              </p:nvSpPr>
              <p:spPr>
                <a:xfrm>
                  <a:off x="1447767" y="5436437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1991" name="SB"/>
                <p:cNvSpPr/>
                <p:nvPr/>
              </p:nvSpPr>
              <p:spPr>
                <a:xfrm>
                  <a:off x="3220392" y="6553424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1996" name="Group"/>
                <p:cNvGrpSpPr/>
                <p:nvPr/>
              </p:nvGrpSpPr>
              <p:grpSpPr>
                <a:xfrm flipH="1">
                  <a:off x="1690701" y="4472801"/>
                  <a:ext cx="283617" cy="629476"/>
                  <a:chOff x="0" y="19050"/>
                  <a:chExt cx="283616" cy="629474"/>
                </a:xfrm>
              </p:grpSpPr>
              <p:sp>
                <p:nvSpPr>
                  <p:cNvPr id="1992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93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94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1995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sp>
              <p:nvSpPr>
                <p:cNvPr id="1997" name="Rectangle"/>
                <p:cNvSpPr/>
                <p:nvPr/>
              </p:nvSpPr>
              <p:spPr>
                <a:xfrm>
                  <a:off x="722144" y="7258606"/>
                  <a:ext cx="2293236" cy="1234997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998" name="Line"/>
                <p:cNvSpPr/>
                <p:nvPr/>
              </p:nvSpPr>
              <p:spPr>
                <a:xfrm>
                  <a:off x="3014654" y="773429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1999" name="Line"/>
                <p:cNvSpPr/>
                <p:nvPr/>
              </p:nvSpPr>
              <p:spPr>
                <a:xfrm>
                  <a:off x="3010302" y="7828834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0" name="Line"/>
                <p:cNvSpPr/>
                <p:nvPr/>
              </p:nvSpPr>
              <p:spPr>
                <a:xfrm>
                  <a:off x="3010302" y="7923373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1" name="Line"/>
                <p:cNvSpPr/>
                <p:nvPr/>
              </p:nvSpPr>
              <p:spPr>
                <a:xfrm>
                  <a:off x="3012158" y="8017912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2" name="Line"/>
                <p:cNvSpPr/>
                <p:nvPr/>
              </p:nvSpPr>
              <p:spPr>
                <a:xfrm>
                  <a:off x="403720" y="774700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3" name="Line"/>
                <p:cNvSpPr/>
                <p:nvPr/>
              </p:nvSpPr>
              <p:spPr>
                <a:xfrm>
                  <a:off x="308693" y="7841539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4" name="Line"/>
                <p:cNvSpPr/>
                <p:nvPr/>
              </p:nvSpPr>
              <p:spPr>
                <a:xfrm>
                  <a:off x="219748" y="7936079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5" name="Line"/>
                <p:cNvSpPr/>
                <p:nvPr/>
              </p:nvSpPr>
              <p:spPr>
                <a:xfrm>
                  <a:off x="122266" y="8030618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6" name="Line"/>
                <p:cNvSpPr/>
                <p:nvPr/>
              </p:nvSpPr>
              <p:spPr>
                <a:xfrm flipH="1">
                  <a:off x="494401" y="912439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7" name="Line"/>
                <p:cNvSpPr/>
                <p:nvPr/>
              </p:nvSpPr>
              <p:spPr>
                <a:xfrm flipH="1">
                  <a:off x="494401" y="9031674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8" name="Line"/>
                <p:cNvSpPr/>
                <p:nvPr/>
              </p:nvSpPr>
              <p:spPr>
                <a:xfrm flipH="1">
                  <a:off x="494401" y="893895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09" name="Line"/>
                <p:cNvSpPr/>
                <p:nvPr/>
              </p:nvSpPr>
              <p:spPr>
                <a:xfrm flipH="1">
                  <a:off x="494401" y="884623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0" name="Line"/>
                <p:cNvSpPr/>
                <p:nvPr/>
              </p:nvSpPr>
              <p:spPr>
                <a:xfrm flipV="1">
                  <a:off x="1737970" y="849686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1" name="Line"/>
                <p:cNvSpPr/>
                <p:nvPr/>
              </p:nvSpPr>
              <p:spPr>
                <a:xfrm flipV="1">
                  <a:off x="1832509" y="8496506"/>
                  <a:ext cx="1" cy="432583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2" name="Line"/>
                <p:cNvSpPr/>
                <p:nvPr/>
              </p:nvSpPr>
              <p:spPr>
                <a:xfrm flipV="1">
                  <a:off x="1927048" y="8497077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3" name="Line"/>
                <p:cNvSpPr/>
                <p:nvPr/>
              </p:nvSpPr>
              <p:spPr>
                <a:xfrm flipV="1">
                  <a:off x="2021587" y="849456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014" name="SB"/>
                <p:cNvSpPr/>
                <p:nvPr/>
              </p:nvSpPr>
              <p:spPr>
                <a:xfrm>
                  <a:off x="0" y="8731201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2015" name="CLB"/>
                <p:cNvSpPr txBox="1"/>
                <p:nvPr/>
              </p:nvSpPr>
              <p:spPr>
                <a:xfrm>
                  <a:off x="1435798" y="7614213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2016" name="SB"/>
                <p:cNvSpPr/>
                <p:nvPr/>
              </p:nvSpPr>
              <p:spPr>
                <a:xfrm>
                  <a:off x="3208423" y="8731201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2021" name="Group"/>
                <p:cNvGrpSpPr/>
                <p:nvPr/>
              </p:nvGrpSpPr>
              <p:grpSpPr>
                <a:xfrm flipH="1">
                  <a:off x="1678732" y="6650577"/>
                  <a:ext cx="283618" cy="629476"/>
                  <a:chOff x="0" y="19050"/>
                  <a:chExt cx="283616" cy="629474"/>
                </a:xfrm>
              </p:grpSpPr>
              <p:sp>
                <p:nvSpPr>
                  <p:cNvPr id="2017" name="Line"/>
                  <p:cNvSpPr/>
                  <p:nvPr/>
                </p:nvSpPr>
                <p:spPr>
                  <a:xfrm flipH="1">
                    <a:off x="-1" y="313375"/>
                    <a:ext cx="2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18" name="Line"/>
                  <p:cNvSpPr/>
                  <p:nvPr/>
                </p:nvSpPr>
                <p:spPr>
                  <a:xfrm flipH="1">
                    <a:off x="94539" y="214002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19" name="Line"/>
                  <p:cNvSpPr/>
                  <p:nvPr/>
                </p:nvSpPr>
                <p:spPr>
                  <a:xfrm flipH="1">
                    <a:off x="189077" y="1209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0" name="Line"/>
                  <p:cNvSpPr/>
                  <p:nvPr/>
                </p:nvSpPr>
                <p:spPr>
                  <a:xfrm flipH="1">
                    <a:off x="283616" y="19050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  <p:grpSp>
              <p:nvGrpSpPr>
                <p:cNvPr id="2623" name="Group"/>
                <p:cNvGrpSpPr/>
                <p:nvPr/>
              </p:nvGrpSpPr>
              <p:grpSpPr>
                <a:xfrm>
                  <a:off x="3319973" y="-1"/>
                  <a:ext cx="16507998" cy="9237994"/>
                  <a:chOff x="19049" y="0"/>
                  <a:chExt cx="16507997" cy="9237992"/>
                </a:xfrm>
              </p:grpSpPr>
              <p:sp>
                <p:nvSpPr>
                  <p:cNvPr id="2022" name="Line"/>
                  <p:cNvSpPr/>
                  <p:nvPr/>
                </p:nvSpPr>
                <p:spPr>
                  <a:xfrm flipH="1" flipV="1">
                    <a:off x="13281006" y="368840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3" name="Line"/>
                  <p:cNvSpPr/>
                  <p:nvPr/>
                </p:nvSpPr>
                <p:spPr>
                  <a:xfrm flipH="1" flipV="1">
                    <a:off x="13281006" y="276122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4" name="Line"/>
                  <p:cNvSpPr/>
                  <p:nvPr/>
                </p:nvSpPr>
                <p:spPr>
                  <a:xfrm flipH="1" flipV="1">
                    <a:off x="13281006" y="183403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5" name="Line"/>
                  <p:cNvSpPr/>
                  <p:nvPr/>
                </p:nvSpPr>
                <p:spPr>
                  <a:xfrm flipH="1" flipV="1">
                    <a:off x="13281006" y="90684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6" name="Line"/>
                  <p:cNvSpPr/>
                  <p:nvPr/>
                </p:nvSpPr>
                <p:spPr>
                  <a:xfrm flipH="1">
                    <a:off x="13281006" y="2587263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7" name="Line"/>
                  <p:cNvSpPr/>
                  <p:nvPr/>
                </p:nvSpPr>
                <p:spPr>
                  <a:xfrm flipH="1">
                    <a:off x="13281006" y="24945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8" name="Line"/>
                  <p:cNvSpPr/>
                  <p:nvPr/>
                </p:nvSpPr>
                <p:spPr>
                  <a:xfrm flipH="1">
                    <a:off x="13281006" y="240182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29" name="Line"/>
                  <p:cNvSpPr/>
                  <p:nvPr/>
                </p:nvSpPr>
                <p:spPr>
                  <a:xfrm flipH="1">
                    <a:off x="13281006" y="23091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0" name="Line"/>
                  <p:cNvSpPr/>
                  <p:nvPr/>
                </p:nvSpPr>
                <p:spPr>
                  <a:xfrm flipH="1" flipV="1">
                    <a:off x="10071509" y="368840"/>
                    <a:ext cx="2708495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1" name="Line"/>
                  <p:cNvSpPr/>
                  <p:nvPr/>
                </p:nvSpPr>
                <p:spPr>
                  <a:xfrm flipH="1" flipV="1">
                    <a:off x="10071509" y="276122"/>
                    <a:ext cx="2708495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2" name="Line"/>
                  <p:cNvSpPr/>
                  <p:nvPr/>
                </p:nvSpPr>
                <p:spPr>
                  <a:xfrm flipH="1" flipV="1">
                    <a:off x="10071509" y="183403"/>
                    <a:ext cx="2708495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3" name="Line"/>
                  <p:cNvSpPr/>
                  <p:nvPr/>
                </p:nvSpPr>
                <p:spPr>
                  <a:xfrm flipH="1" flipV="1">
                    <a:off x="10071509" y="90684"/>
                    <a:ext cx="2708495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4" name="Line"/>
                  <p:cNvSpPr/>
                  <p:nvPr/>
                </p:nvSpPr>
                <p:spPr>
                  <a:xfrm flipH="1">
                    <a:off x="10071510" y="2587263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5" name="Line"/>
                  <p:cNvSpPr/>
                  <p:nvPr/>
                </p:nvSpPr>
                <p:spPr>
                  <a:xfrm flipH="1">
                    <a:off x="10071510" y="24945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6" name="Line"/>
                  <p:cNvSpPr/>
                  <p:nvPr/>
                </p:nvSpPr>
                <p:spPr>
                  <a:xfrm flipH="1">
                    <a:off x="10071510" y="240182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7" name="Line"/>
                  <p:cNvSpPr/>
                  <p:nvPr/>
                </p:nvSpPr>
                <p:spPr>
                  <a:xfrm flipH="1">
                    <a:off x="10071510" y="23091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8" name="Line"/>
                  <p:cNvSpPr/>
                  <p:nvPr/>
                </p:nvSpPr>
                <p:spPr>
                  <a:xfrm flipH="1">
                    <a:off x="6870527" y="2587263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39" name="Line"/>
                  <p:cNvSpPr/>
                  <p:nvPr/>
                </p:nvSpPr>
                <p:spPr>
                  <a:xfrm flipH="1">
                    <a:off x="6870527" y="24945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0" name="Line"/>
                  <p:cNvSpPr/>
                  <p:nvPr/>
                </p:nvSpPr>
                <p:spPr>
                  <a:xfrm flipH="1">
                    <a:off x="6870527" y="240182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1" name="Line"/>
                  <p:cNvSpPr/>
                  <p:nvPr/>
                </p:nvSpPr>
                <p:spPr>
                  <a:xfrm flipH="1">
                    <a:off x="6870527" y="23091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2" name="Line"/>
                  <p:cNvSpPr/>
                  <p:nvPr/>
                </p:nvSpPr>
                <p:spPr>
                  <a:xfrm flipH="1" flipV="1">
                    <a:off x="6870527" y="368840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3" name="Line"/>
                  <p:cNvSpPr/>
                  <p:nvPr/>
                </p:nvSpPr>
                <p:spPr>
                  <a:xfrm flipH="1" flipV="1">
                    <a:off x="6870527" y="276122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4" name="Line"/>
                  <p:cNvSpPr/>
                  <p:nvPr/>
                </p:nvSpPr>
                <p:spPr>
                  <a:xfrm flipH="1" flipV="1">
                    <a:off x="6870527" y="183403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5" name="Line"/>
                  <p:cNvSpPr/>
                  <p:nvPr/>
                </p:nvSpPr>
                <p:spPr>
                  <a:xfrm flipH="1" flipV="1">
                    <a:off x="6870527" y="90684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6" name="Line"/>
                  <p:cNvSpPr/>
                  <p:nvPr/>
                </p:nvSpPr>
                <p:spPr>
                  <a:xfrm flipH="1" flipV="1">
                    <a:off x="3663655" y="368840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7" name="Line"/>
                  <p:cNvSpPr/>
                  <p:nvPr/>
                </p:nvSpPr>
                <p:spPr>
                  <a:xfrm flipH="1" flipV="1">
                    <a:off x="3663655" y="276122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8" name="Line"/>
                  <p:cNvSpPr/>
                  <p:nvPr/>
                </p:nvSpPr>
                <p:spPr>
                  <a:xfrm flipH="1" flipV="1">
                    <a:off x="3663655" y="183403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49" name="Line"/>
                  <p:cNvSpPr/>
                  <p:nvPr/>
                </p:nvSpPr>
                <p:spPr>
                  <a:xfrm flipH="1" flipV="1">
                    <a:off x="3663655" y="90684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0" name="Line"/>
                  <p:cNvSpPr/>
                  <p:nvPr/>
                </p:nvSpPr>
                <p:spPr>
                  <a:xfrm flipH="1">
                    <a:off x="3663655" y="2587263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1" name="Line"/>
                  <p:cNvSpPr/>
                  <p:nvPr/>
                </p:nvSpPr>
                <p:spPr>
                  <a:xfrm flipH="1">
                    <a:off x="3663655" y="24945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2" name="Line"/>
                  <p:cNvSpPr/>
                  <p:nvPr/>
                </p:nvSpPr>
                <p:spPr>
                  <a:xfrm flipH="1">
                    <a:off x="3663655" y="240182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3" name="Line"/>
                  <p:cNvSpPr/>
                  <p:nvPr/>
                </p:nvSpPr>
                <p:spPr>
                  <a:xfrm flipH="1">
                    <a:off x="3663655" y="23091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4" name="Line"/>
                  <p:cNvSpPr/>
                  <p:nvPr/>
                </p:nvSpPr>
                <p:spPr>
                  <a:xfrm flipH="1" flipV="1">
                    <a:off x="460046" y="368840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5" name="Line"/>
                  <p:cNvSpPr/>
                  <p:nvPr/>
                </p:nvSpPr>
                <p:spPr>
                  <a:xfrm flipH="1" flipV="1">
                    <a:off x="460046" y="276122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6" name="Line"/>
                  <p:cNvSpPr/>
                  <p:nvPr/>
                </p:nvSpPr>
                <p:spPr>
                  <a:xfrm flipH="1" flipV="1">
                    <a:off x="460046" y="183403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7" name="Line"/>
                  <p:cNvSpPr/>
                  <p:nvPr/>
                </p:nvSpPr>
                <p:spPr>
                  <a:xfrm flipH="1" flipV="1">
                    <a:off x="460046" y="90684"/>
                    <a:ext cx="2708494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8" name="Line"/>
                  <p:cNvSpPr/>
                  <p:nvPr/>
                </p:nvSpPr>
                <p:spPr>
                  <a:xfrm flipH="1">
                    <a:off x="460046" y="2587263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59" name="Line"/>
                  <p:cNvSpPr/>
                  <p:nvPr/>
                </p:nvSpPr>
                <p:spPr>
                  <a:xfrm flipH="1">
                    <a:off x="460046" y="24945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0" name="Line"/>
                  <p:cNvSpPr/>
                  <p:nvPr/>
                </p:nvSpPr>
                <p:spPr>
                  <a:xfrm flipH="1">
                    <a:off x="460046" y="240182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1" name="Line"/>
                  <p:cNvSpPr/>
                  <p:nvPr/>
                </p:nvSpPr>
                <p:spPr>
                  <a:xfrm flipH="1">
                    <a:off x="460046" y="23091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2" name="Line"/>
                  <p:cNvSpPr/>
                  <p:nvPr/>
                </p:nvSpPr>
                <p:spPr>
                  <a:xfrm flipV="1">
                    <a:off x="3244737" y="481500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3" name="Line"/>
                  <p:cNvSpPr/>
                  <p:nvPr/>
                </p:nvSpPr>
                <p:spPr>
                  <a:xfrm flipV="1">
                    <a:off x="3337455" y="481500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4" name="Line"/>
                  <p:cNvSpPr/>
                  <p:nvPr/>
                </p:nvSpPr>
                <p:spPr>
                  <a:xfrm flipV="1">
                    <a:off x="3430174" y="481500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5" name="Line"/>
                  <p:cNvSpPr/>
                  <p:nvPr/>
                </p:nvSpPr>
                <p:spPr>
                  <a:xfrm flipV="1">
                    <a:off x="3522893" y="481500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6" name="Line"/>
                  <p:cNvSpPr/>
                  <p:nvPr/>
                </p:nvSpPr>
                <p:spPr>
                  <a:xfrm flipV="1">
                    <a:off x="6458363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7" name="Line"/>
                  <p:cNvSpPr/>
                  <p:nvPr/>
                </p:nvSpPr>
                <p:spPr>
                  <a:xfrm flipV="1">
                    <a:off x="6551082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8" name="Line"/>
                  <p:cNvSpPr/>
                  <p:nvPr/>
                </p:nvSpPr>
                <p:spPr>
                  <a:xfrm flipV="1">
                    <a:off x="6643801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69" name="Line"/>
                  <p:cNvSpPr/>
                  <p:nvPr/>
                </p:nvSpPr>
                <p:spPr>
                  <a:xfrm flipV="1">
                    <a:off x="6736519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0" name="Line"/>
                  <p:cNvSpPr/>
                  <p:nvPr/>
                </p:nvSpPr>
                <p:spPr>
                  <a:xfrm flipV="1">
                    <a:off x="9671989" y="4812126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1" name="Line"/>
                  <p:cNvSpPr/>
                  <p:nvPr/>
                </p:nvSpPr>
                <p:spPr>
                  <a:xfrm flipV="1">
                    <a:off x="9764708" y="4812126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2" name="Line"/>
                  <p:cNvSpPr/>
                  <p:nvPr/>
                </p:nvSpPr>
                <p:spPr>
                  <a:xfrm flipV="1">
                    <a:off x="9857428" y="4812126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3" name="Line"/>
                  <p:cNvSpPr/>
                  <p:nvPr/>
                </p:nvSpPr>
                <p:spPr>
                  <a:xfrm flipV="1">
                    <a:off x="9950146" y="4812126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4" name="Line"/>
                  <p:cNvSpPr/>
                  <p:nvPr/>
                </p:nvSpPr>
                <p:spPr>
                  <a:xfrm flipV="1">
                    <a:off x="12885617" y="480637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5" name="Line"/>
                  <p:cNvSpPr/>
                  <p:nvPr/>
                </p:nvSpPr>
                <p:spPr>
                  <a:xfrm flipV="1">
                    <a:off x="12978335" y="480637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6" name="Line"/>
                  <p:cNvSpPr/>
                  <p:nvPr/>
                </p:nvSpPr>
                <p:spPr>
                  <a:xfrm flipV="1">
                    <a:off x="13071053" y="480637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7" name="Line"/>
                  <p:cNvSpPr/>
                  <p:nvPr/>
                </p:nvSpPr>
                <p:spPr>
                  <a:xfrm flipV="1">
                    <a:off x="13163772" y="480637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8" name="Line"/>
                  <p:cNvSpPr/>
                  <p:nvPr/>
                </p:nvSpPr>
                <p:spPr>
                  <a:xfrm flipV="1">
                    <a:off x="16088302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79" name="Line"/>
                  <p:cNvSpPr/>
                  <p:nvPr/>
                </p:nvSpPr>
                <p:spPr>
                  <a:xfrm flipV="1">
                    <a:off x="16181019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0" name="Line"/>
                  <p:cNvSpPr/>
                  <p:nvPr/>
                </p:nvSpPr>
                <p:spPr>
                  <a:xfrm flipV="1">
                    <a:off x="16273739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1" name="Line"/>
                  <p:cNvSpPr/>
                  <p:nvPr/>
                </p:nvSpPr>
                <p:spPr>
                  <a:xfrm flipV="1">
                    <a:off x="16366456" y="480925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2" name="Line"/>
                  <p:cNvSpPr/>
                  <p:nvPr/>
                </p:nvSpPr>
                <p:spPr>
                  <a:xfrm flipV="1">
                    <a:off x="16076926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3" name="Line"/>
                  <p:cNvSpPr/>
                  <p:nvPr/>
                </p:nvSpPr>
                <p:spPr>
                  <a:xfrm flipV="1">
                    <a:off x="16169646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4" name="Line"/>
                  <p:cNvSpPr/>
                  <p:nvPr/>
                </p:nvSpPr>
                <p:spPr>
                  <a:xfrm flipV="1">
                    <a:off x="16262363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5" name="Line"/>
                  <p:cNvSpPr/>
                  <p:nvPr/>
                </p:nvSpPr>
                <p:spPr>
                  <a:xfrm flipV="1">
                    <a:off x="16355083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6" name="Line"/>
                  <p:cNvSpPr/>
                  <p:nvPr/>
                </p:nvSpPr>
                <p:spPr>
                  <a:xfrm flipV="1">
                    <a:off x="12874242" y="698415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7" name="Line"/>
                  <p:cNvSpPr/>
                  <p:nvPr/>
                </p:nvSpPr>
                <p:spPr>
                  <a:xfrm flipV="1">
                    <a:off x="12966960" y="698415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8" name="Line"/>
                  <p:cNvSpPr/>
                  <p:nvPr/>
                </p:nvSpPr>
                <p:spPr>
                  <a:xfrm flipV="1">
                    <a:off x="13059679" y="698415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89" name="Line"/>
                  <p:cNvSpPr/>
                  <p:nvPr/>
                </p:nvSpPr>
                <p:spPr>
                  <a:xfrm flipV="1">
                    <a:off x="13152397" y="698415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0" name="Line"/>
                  <p:cNvSpPr/>
                  <p:nvPr/>
                </p:nvSpPr>
                <p:spPr>
                  <a:xfrm flipV="1">
                    <a:off x="9660615" y="698990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1" name="Line"/>
                  <p:cNvSpPr/>
                  <p:nvPr/>
                </p:nvSpPr>
                <p:spPr>
                  <a:xfrm flipV="1">
                    <a:off x="9753333" y="698990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2" name="Line"/>
                  <p:cNvSpPr/>
                  <p:nvPr/>
                </p:nvSpPr>
                <p:spPr>
                  <a:xfrm flipV="1">
                    <a:off x="9846053" y="698990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3" name="Line"/>
                  <p:cNvSpPr/>
                  <p:nvPr/>
                </p:nvSpPr>
                <p:spPr>
                  <a:xfrm flipV="1">
                    <a:off x="9938772" y="6989903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4" name="Line"/>
                  <p:cNvSpPr/>
                  <p:nvPr/>
                </p:nvSpPr>
                <p:spPr>
                  <a:xfrm flipV="1">
                    <a:off x="6446989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5" name="Line"/>
                  <p:cNvSpPr/>
                  <p:nvPr/>
                </p:nvSpPr>
                <p:spPr>
                  <a:xfrm flipV="1">
                    <a:off x="6539707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6" name="Line"/>
                  <p:cNvSpPr/>
                  <p:nvPr/>
                </p:nvSpPr>
                <p:spPr>
                  <a:xfrm flipV="1">
                    <a:off x="6632426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7" name="Line"/>
                  <p:cNvSpPr/>
                  <p:nvPr/>
                </p:nvSpPr>
                <p:spPr>
                  <a:xfrm flipV="1">
                    <a:off x="6725145" y="698702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8" name="Line"/>
                  <p:cNvSpPr/>
                  <p:nvPr/>
                </p:nvSpPr>
                <p:spPr>
                  <a:xfrm flipV="1">
                    <a:off x="3233362" y="699277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099" name="Line"/>
                  <p:cNvSpPr/>
                  <p:nvPr/>
                </p:nvSpPr>
                <p:spPr>
                  <a:xfrm flipV="1">
                    <a:off x="3326081" y="699277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0" name="Line"/>
                  <p:cNvSpPr/>
                  <p:nvPr/>
                </p:nvSpPr>
                <p:spPr>
                  <a:xfrm flipV="1">
                    <a:off x="3418800" y="699277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1" name="Line"/>
                  <p:cNvSpPr/>
                  <p:nvPr/>
                </p:nvSpPr>
                <p:spPr>
                  <a:xfrm flipV="1">
                    <a:off x="3511518" y="6992778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2" name="Line"/>
                  <p:cNvSpPr/>
                  <p:nvPr/>
                </p:nvSpPr>
                <p:spPr>
                  <a:xfrm flipH="1">
                    <a:off x="13287647" y="4760590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3" name="Line"/>
                  <p:cNvSpPr/>
                  <p:nvPr/>
                </p:nvSpPr>
                <p:spPr>
                  <a:xfrm flipH="1">
                    <a:off x="13287647" y="4667871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4" name="Line"/>
                  <p:cNvSpPr/>
                  <p:nvPr/>
                </p:nvSpPr>
                <p:spPr>
                  <a:xfrm flipH="1">
                    <a:off x="13287647" y="4575152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5" name="Line"/>
                  <p:cNvSpPr/>
                  <p:nvPr/>
                </p:nvSpPr>
                <p:spPr>
                  <a:xfrm flipH="1">
                    <a:off x="13287647" y="4482434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6" name="Line"/>
                  <p:cNvSpPr/>
                  <p:nvPr/>
                </p:nvSpPr>
                <p:spPr>
                  <a:xfrm flipH="1">
                    <a:off x="10084963" y="475771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7" name="Line"/>
                  <p:cNvSpPr/>
                  <p:nvPr/>
                </p:nvSpPr>
                <p:spPr>
                  <a:xfrm flipH="1">
                    <a:off x="10084963" y="466499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8" name="Line"/>
                  <p:cNvSpPr/>
                  <p:nvPr/>
                </p:nvSpPr>
                <p:spPr>
                  <a:xfrm flipH="1">
                    <a:off x="10084963" y="4572278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09" name="Line"/>
                  <p:cNvSpPr/>
                  <p:nvPr/>
                </p:nvSpPr>
                <p:spPr>
                  <a:xfrm flipH="1">
                    <a:off x="10084963" y="4479559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0" name="Line"/>
                  <p:cNvSpPr/>
                  <p:nvPr/>
                </p:nvSpPr>
                <p:spPr>
                  <a:xfrm flipH="1">
                    <a:off x="6871336" y="476346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1" name="Line"/>
                  <p:cNvSpPr/>
                  <p:nvPr/>
                </p:nvSpPr>
                <p:spPr>
                  <a:xfrm flipH="1">
                    <a:off x="6871336" y="467074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2" name="Line"/>
                  <p:cNvSpPr/>
                  <p:nvPr/>
                </p:nvSpPr>
                <p:spPr>
                  <a:xfrm flipH="1">
                    <a:off x="6871336" y="457802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3" name="Line"/>
                  <p:cNvSpPr/>
                  <p:nvPr/>
                </p:nvSpPr>
                <p:spPr>
                  <a:xfrm flipH="1">
                    <a:off x="6871336" y="4485309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4" name="Line"/>
                  <p:cNvSpPr/>
                  <p:nvPr/>
                </p:nvSpPr>
                <p:spPr>
                  <a:xfrm flipH="1">
                    <a:off x="3657710" y="476059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5" name="Line"/>
                  <p:cNvSpPr/>
                  <p:nvPr/>
                </p:nvSpPr>
                <p:spPr>
                  <a:xfrm flipH="1">
                    <a:off x="3657710" y="4667871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6" name="Line"/>
                  <p:cNvSpPr/>
                  <p:nvPr/>
                </p:nvSpPr>
                <p:spPr>
                  <a:xfrm flipH="1">
                    <a:off x="3657710" y="4575152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7" name="Line"/>
                  <p:cNvSpPr/>
                  <p:nvPr/>
                </p:nvSpPr>
                <p:spPr>
                  <a:xfrm flipH="1">
                    <a:off x="3657710" y="4482434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8" name="Line"/>
                  <p:cNvSpPr/>
                  <p:nvPr/>
                </p:nvSpPr>
                <p:spPr>
                  <a:xfrm flipV="1">
                    <a:off x="6495342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19" name="Line"/>
                  <p:cNvSpPr/>
                  <p:nvPr/>
                </p:nvSpPr>
                <p:spPr>
                  <a:xfrm flipV="1">
                    <a:off x="6588061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0" name="Line"/>
                  <p:cNvSpPr/>
                  <p:nvPr/>
                </p:nvSpPr>
                <p:spPr>
                  <a:xfrm flipV="1">
                    <a:off x="6680780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1" name="Line"/>
                  <p:cNvSpPr/>
                  <p:nvPr/>
                </p:nvSpPr>
                <p:spPr>
                  <a:xfrm flipV="1">
                    <a:off x="6773498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2" name="Line"/>
                  <p:cNvSpPr/>
                  <p:nvPr/>
                </p:nvSpPr>
                <p:spPr>
                  <a:xfrm flipV="1">
                    <a:off x="9708969" y="263328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3" name="Line"/>
                  <p:cNvSpPr/>
                  <p:nvPr/>
                </p:nvSpPr>
                <p:spPr>
                  <a:xfrm flipV="1">
                    <a:off x="9801687" y="263328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4" name="Line"/>
                  <p:cNvSpPr/>
                  <p:nvPr/>
                </p:nvSpPr>
                <p:spPr>
                  <a:xfrm flipV="1">
                    <a:off x="9894407" y="263328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5" name="Line"/>
                  <p:cNvSpPr/>
                  <p:nvPr/>
                </p:nvSpPr>
                <p:spPr>
                  <a:xfrm flipV="1">
                    <a:off x="9987125" y="263328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6" name="Line"/>
                  <p:cNvSpPr/>
                  <p:nvPr/>
                </p:nvSpPr>
                <p:spPr>
                  <a:xfrm flipV="1">
                    <a:off x="12922596" y="262753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7" name="Line"/>
                  <p:cNvSpPr/>
                  <p:nvPr/>
                </p:nvSpPr>
                <p:spPr>
                  <a:xfrm flipV="1">
                    <a:off x="13015314" y="262753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8" name="Line"/>
                  <p:cNvSpPr/>
                  <p:nvPr/>
                </p:nvSpPr>
                <p:spPr>
                  <a:xfrm flipV="1">
                    <a:off x="13108032" y="262753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29" name="Line"/>
                  <p:cNvSpPr/>
                  <p:nvPr/>
                </p:nvSpPr>
                <p:spPr>
                  <a:xfrm flipV="1">
                    <a:off x="13200751" y="2627537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0" name="Line"/>
                  <p:cNvSpPr/>
                  <p:nvPr/>
                </p:nvSpPr>
                <p:spPr>
                  <a:xfrm flipV="1">
                    <a:off x="16125280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1" name="Line"/>
                  <p:cNvSpPr/>
                  <p:nvPr/>
                </p:nvSpPr>
                <p:spPr>
                  <a:xfrm flipV="1">
                    <a:off x="16218000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2" name="Line"/>
                  <p:cNvSpPr/>
                  <p:nvPr/>
                </p:nvSpPr>
                <p:spPr>
                  <a:xfrm flipV="1">
                    <a:off x="16310717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3" name="Line"/>
                  <p:cNvSpPr/>
                  <p:nvPr/>
                </p:nvSpPr>
                <p:spPr>
                  <a:xfrm flipV="1">
                    <a:off x="16403437" y="2630412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4" name="Line"/>
                  <p:cNvSpPr/>
                  <p:nvPr/>
                </p:nvSpPr>
                <p:spPr>
                  <a:xfrm flipV="1">
                    <a:off x="3281716" y="263616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5" name="Line"/>
                  <p:cNvSpPr/>
                  <p:nvPr/>
                </p:nvSpPr>
                <p:spPr>
                  <a:xfrm flipV="1">
                    <a:off x="3374434" y="263616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6" name="Line"/>
                  <p:cNvSpPr/>
                  <p:nvPr/>
                </p:nvSpPr>
                <p:spPr>
                  <a:xfrm flipV="1">
                    <a:off x="3467153" y="263616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7" name="Line"/>
                  <p:cNvSpPr/>
                  <p:nvPr/>
                </p:nvSpPr>
                <p:spPr>
                  <a:xfrm flipV="1">
                    <a:off x="3559872" y="2636161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8" name="Line"/>
                  <p:cNvSpPr/>
                  <p:nvPr/>
                </p:nvSpPr>
                <p:spPr>
                  <a:xfrm flipV="1">
                    <a:off x="3297679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39" name="Line"/>
                  <p:cNvSpPr/>
                  <p:nvPr/>
                </p:nvSpPr>
                <p:spPr>
                  <a:xfrm flipV="1">
                    <a:off x="3390397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0" name="Line"/>
                  <p:cNvSpPr/>
                  <p:nvPr/>
                </p:nvSpPr>
                <p:spPr>
                  <a:xfrm flipV="1">
                    <a:off x="3483116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1" name="Line"/>
                  <p:cNvSpPr/>
                  <p:nvPr/>
                </p:nvSpPr>
                <p:spPr>
                  <a:xfrm flipV="1">
                    <a:off x="3575834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2" name="Rectangle"/>
                  <p:cNvSpPr/>
                  <p:nvPr/>
                </p:nvSpPr>
                <p:spPr>
                  <a:xfrm>
                    <a:off x="687789" y="721476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143" name="Line"/>
                  <p:cNvSpPr/>
                  <p:nvPr/>
                </p:nvSpPr>
                <p:spPr>
                  <a:xfrm>
                    <a:off x="2980299" y="1197165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4" name="Line"/>
                  <p:cNvSpPr/>
                  <p:nvPr/>
                </p:nvSpPr>
                <p:spPr>
                  <a:xfrm>
                    <a:off x="2975947" y="1291704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5" name="Line"/>
                  <p:cNvSpPr/>
                  <p:nvPr/>
                </p:nvSpPr>
                <p:spPr>
                  <a:xfrm>
                    <a:off x="2975947" y="1386243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6" name="Line"/>
                  <p:cNvSpPr/>
                  <p:nvPr/>
                </p:nvSpPr>
                <p:spPr>
                  <a:xfrm>
                    <a:off x="2977802" y="1480782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7" name="Line"/>
                  <p:cNvSpPr/>
                  <p:nvPr/>
                </p:nvSpPr>
                <p:spPr>
                  <a:xfrm>
                    <a:off x="1703615" y="3867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8" name="Line"/>
                  <p:cNvSpPr/>
                  <p:nvPr/>
                </p:nvSpPr>
                <p:spPr>
                  <a:xfrm>
                    <a:off x="1798154" y="28740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49" name="Line"/>
                  <p:cNvSpPr/>
                  <p:nvPr/>
                </p:nvSpPr>
                <p:spPr>
                  <a:xfrm>
                    <a:off x="1892693" y="194396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0" name="Line"/>
                  <p:cNvSpPr/>
                  <p:nvPr/>
                </p:nvSpPr>
                <p:spPr>
                  <a:xfrm>
                    <a:off x="1987232" y="92456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1" name="Line"/>
                  <p:cNvSpPr/>
                  <p:nvPr/>
                </p:nvSpPr>
                <p:spPr>
                  <a:xfrm flipV="1">
                    <a:off x="1703615" y="1959730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2" name="Line"/>
                  <p:cNvSpPr/>
                  <p:nvPr/>
                </p:nvSpPr>
                <p:spPr>
                  <a:xfrm flipV="1">
                    <a:off x="1798154" y="1959377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3" name="Line"/>
                  <p:cNvSpPr/>
                  <p:nvPr/>
                </p:nvSpPr>
                <p:spPr>
                  <a:xfrm flipV="1">
                    <a:off x="1892693" y="1959948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4" name="Line"/>
                  <p:cNvSpPr/>
                  <p:nvPr/>
                </p:nvSpPr>
                <p:spPr>
                  <a:xfrm flipV="1">
                    <a:off x="1987232" y="1957437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55" name="SB"/>
                  <p:cNvSpPr/>
                  <p:nvPr/>
                </p:nvSpPr>
                <p:spPr>
                  <a:xfrm>
                    <a:off x="3174068" y="0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sp>
                <p:nvSpPr>
                  <p:cNvPr id="2156" name="SB"/>
                  <p:cNvSpPr/>
                  <p:nvPr/>
                </p:nvSpPr>
                <p:spPr>
                  <a:xfrm>
                    <a:off x="3174068" y="2194071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161" name="Group"/>
                  <p:cNvGrpSpPr/>
                  <p:nvPr/>
                </p:nvGrpSpPr>
                <p:grpSpPr>
                  <a:xfrm flipH="1" rot="10800000">
                    <a:off x="83366" y="1125051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157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58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59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60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162" name="CLB"/>
                  <p:cNvSpPr txBox="1"/>
                  <p:nvPr/>
                </p:nvSpPr>
                <p:spPr>
                  <a:xfrm>
                    <a:off x="1401443" y="1077084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sp>
                <p:nvSpPr>
                  <p:cNvPr id="2163" name="Line"/>
                  <p:cNvSpPr/>
                  <p:nvPr/>
                </p:nvSpPr>
                <p:spPr>
                  <a:xfrm flipV="1">
                    <a:off x="6501288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64" name="Line"/>
                  <p:cNvSpPr/>
                  <p:nvPr/>
                </p:nvSpPr>
                <p:spPr>
                  <a:xfrm flipV="1">
                    <a:off x="6594006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65" name="Line"/>
                  <p:cNvSpPr/>
                  <p:nvPr/>
                </p:nvSpPr>
                <p:spPr>
                  <a:xfrm flipV="1">
                    <a:off x="6686725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66" name="Line"/>
                  <p:cNvSpPr/>
                  <p:nvPr/>
                </p:nvSpPr>
                <p:spPr>
                  <a:xfrm flipV="1">
                    <a:off x="6779444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67" name="Rectangle"/>
                  <p:cNvSpPr/>
                  <p:nvPr/>
                </p:nvSpPr>
                <p:spPr>
                  <a:xfrm>
                    <a:off x="3891398" y="721476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168" name="Line"/>
                  <p:cNvSpPr/>
                  <p:nvPr/>
                </p:nvSpPr>
                <p:spPr>
                  <a:xfrm>
                    <a:off x="6183908" y="1197165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69" name="Line"/>
                  <p:cNvSpPr/>
                  <p:nvPr/>
                </p:nvSpPr>
                <p:spPr>
                  <a:xfrm>
                    <a:off x="6179556" y="1291704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0" name="Line"/>
                  <p:cNvSpPr/>
                  <p:nvPr/>
                </p:nvSpPr>
                <p:spPr>
                  <a:xfrm>
                    <a:off x="6179556" y="1386243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1" name="Line"/>
                  <p:cNvSpPr/>
                  <p:nvPr/>
                </p:nvSpPr>
                <p:spPr>
                  <a:xfrm>
                    <a:off x="6181411" y="1480782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2" name="Line"/>
                  <p:cNvSpPr/>
                  <p:nvPr/>
                </p:nvSpPr>
                <p:spPr>
                  <a:xfrm>
                    <a:off x="4907224" y="3867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3" name="Line"/>
                  <p:cNvSpPr/>
                  <p:nvPr/>
                </p:nvSpPr>
                <p:spPr>
                  <a:xfrm>
                    <a:off x="5001763" y="28740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4" name="Line"/>
                  <p:cNvSpPr/>
                  <p:nvPr/>
                </p:nvSpPr>
                <p:spPr>
                  <a:xfrm>
                    <a:off x="5096302" y="194396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5" name="Line"/>
                  <p:cNvSpPr/>
                  <p:nvPr/>
                </p:nvSpPr>
                <p:spPr>
                  <a:xfrm>
                    <a:off x="5190841" y="92456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6" name="Line"/>
                  <p:cNvSpPr/>
                  <p:nvPr/>
                </p:nvSpPr>
                <p:spPr>
                  <a:xfrm flipV="1">
                    <a:off x="4907224" y="1959730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7" name="Line"/>
                  <p:cNvSpPr/>
                  <p:nvPr/>
                </p:nvSpPr>
                <p:spPr>
                  <a:xfrm flipV="1">
                    <a:off x="5001763" y="1959377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8" name="Line"/>
                  <p:cNvSpPr/>
                  <p:nvPr/>
                </p:nvSpPr>
                <p:spPr>
                  <a:xfrm flipV="1">
                    <a:off x="5096302" y="1959948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79" name="Line"/>
                  <p:cNvSpPr/>
                  <p:nvPr/>
                </p:nvSpPr>
                <p:spPr>
                  <a:xfrm flipV="1">
                    <a:off x="5190842" y="1957437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80" name="SB"/>
                  <p:cNvSpPr/>
                  <p:nvPr/>
                </p:nvSpPr>
                <p:spPr>
                  <a:xfrm>
                    <a:off x="6377677" y="0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sp>
                <p:nvSpPr>
                  <p:cNvPr id="2181" name="SB"/>
                  <p:cNvSpPr/>
                  <p:nvPr/>
                </p:nvSpPr>
                <p:spPr>
                  <a:xfrm>
                    <a:off x="6377677" y="2194071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186" name="Group"/>
                  <p:cNvGrpSpPr/>
                  <p:nvPr/>
                </p:nvGrpSpPr>
                <p:grpSpPr>
                  <a:xfrm flipH="1" rot="10800000">
                    <a:off x="3286975" y="1125051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182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83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84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185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187" name="CLB"/>
                  <p:cNvSpPr txBox="1"/>
                  <p:nvPr/>
                </p:nvSpPr>
                <p:spPr>
                  <a:xfrm>
                    <a:off x="4605052" y="1077084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sp>
                <p:nvSpPr>
                  <p:cNvPr id="2188" name="Line"/>
                  <p:cNvSpPr/>
                  <p:nvPr/>
                </p:nvSpPr>
                <p:spPr>
                  <a:xfrm flipV="1">
                    <a:off x="9708159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89" name="Line"/>
                  <p:cNvSpPr/>
                  <p:nvPr/>
                </p:nvSpPr>
                <p:spPr>
                  <a:xfrm flipV="1">
                    <a:off x="9800878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0" name="Line"/>
                  <p:cNvSpPr/>
                  <p:nvPr/>
                </p:nvSpPr>
                <p:spPr>
                  <a:xfrm flipV="1">
                    <a:off x="9893596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1" name="Line"/>
                  <p:cNvSpPr/>
                  <p:nvPr/>
                </p:nvSpPr>
                <p:spPr>
                  <a:xfrm flipV="1">
                    <a:off x="9986314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2" name="Rectangle"/>
                  <p:cNvSpPr/>
                  <p:nvPr/>
                </p:nvSpPr>
                <p:spPr>
                  <a:xfrm>
                    <a:off x="7098270" y="721476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193" name="Line"/>
                  <p:cNvSpPr/>
                  <p:nvPr/>
                </p:nvSpPr>
                <p:spPr>
                  <a:xfrm>
                    <a:off x="9390779" y="1197165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4" name="Line"/>
                  <p:cNvSpPr/>
                  <p:nvPr/>
                </p:nvSpPr>
                <p:spPr>
                  <a:xfrm>
                    <a:off x="9386427" y="1291704"/>
                    <a:ext cx="411999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5" name="Line"/>
                  <p:cNvSpPr/>
                  <p:nvPr/>
                </p:nvSpPr>
                <p:spPr>
                  <a:xfrm>
                    <a:off x="9386427" y="1386243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6" name="Line"/>
                  <p:cNvSpPr/>
                  <p:nvPr/>
                </p:nvSpPr>
                <p:spPr>
                  <a:xfrm>
                    <a:off x="9388283" y="1480782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7" name="Line"/>
                  <p:cNvSpPr/>
                  <p:nvPr/>
                </p:nvSpPr>
                <p:spPr>
                  <a:xfrm>
                    <a:off x="8114096" y="3867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8" name="Line"/>
                  <p:cNvSpPr/>
                  <p:nvPr/>
                </p:nvSpPr>
                <p:spPr>
                  <a:xfrm>
                    <a:off x="8208634" y="28740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199" name="Line"/>
                  <p:cNvSpPr/>
                  <p:nvPr/>
                </p:nvSpPr>
                <p:spPr>
                  <a:xfrm>
                    <a:off x="8303173" y="194396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0" name="Line"/>
                  <p:cNvSpPr/>
                  <p:nvPr/>
                </p:nvSpPr>
                <p:spPr>
                  <a:xfrm>
                    <a:off x="8397712" y="92456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1" name="Line"/>
                  <p:cNvSpPr/>
                  <p:nvPr/>
                </p:nvSpPr>
                <p:spPr>
                  <a:xfrm flipV="1">
                    <a:off x="8114096" y="1959730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2" name="Line"/>
                  <p:cNvSpPr/>
                  <p:nvPr/>
                </p:nvSpPr>
                <p:spPr>
                  <a:xfrm flipV="1">
                    <a:off x="8208634" y="1959377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3" name="Line"/>
                  <p:cNvSpPr/>
                  <p:nvPr/>
                </p:nvSpPr>
                <p:spPr>
                  <a:xfrm flipV="1">
                    <a:off x="8303173" y="1959948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4" name="Line"/>
                  <p:cNvSpPr/>
                  <p:nvPr/>
                </p:nvSpPr>
                <p:spPr>
                  <a:xfrm flipV="1">
                    <a:off x="8397712" y="1957437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05" name="SB"/>
                  <p:cNvSpPr/>
                  <p:nvPr/>
                </p:nvSpPr>
                <p:spPr>
                  <a:xfrm>
                    <a:off x="9584549" y="0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sp>
                <p:nvSpPr>
                  <p:cNvPr id="2206" name="SB"/>
                  <p:cNvSpPr/>
                  <p:nvPr/>
                </p:nvSpPr>
                <p:spPr>
                  <a:xfrm>
                    <a:off x="9584549" y="2194071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211" name="Group"/>
                  <p:cNvGrpSpPr/>
                  <p:nvPr/>
                </p:nvGrpSpPr>
                <p:grpSpPr>
                  <a:xfrm flipH="1" rot="10800000">
                    <a:off x="6493847" y="1125051"/>
                    <a:ext cx="600280" cy="283618"/>
                    <a:chOff x="19050" y="0"/>
                    <a:chExt cx="600279" cy="283617"/>
                  </a:xfrm>
                </p:grpSpPr>
                <p:sp>
                  <p:nvSpPr>
                    <p:cNvPr id="2207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08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09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10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212" name="CLB"/>
                  <p:cNvSpPr txBox="1"/>
                  <p:nvPr/>
                </p:nvSpPr>
                <p:spPr>
                  <a:xfrm>
                    <a:off x="7811923" y="1077084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sp>
                <p:nvSpPr>
                  <p:cNvPr id="2213" name="Line"/>
                  <p:cNvSpPr/>
                  <p:nvPr/>
                </p:nvSpPr>
                <p:spPr>
                  <a:xfrm flipV="1">
                    <a:off x="12909142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14" name="Line"/>
                  <p:cNvSpPr/>
                  <p:nvPr/>
                </p:nvSpPr>
                <p:spPr>
                  <a:xfrm flipV="1">
                    <a:off x="13001861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15" name="Line"/>
                  <p:cNvSpPr/>
                  <p:nvPr/>
                </p:nvSpPr>
                <p:spPr>
                  <a:xfrm flipV="1">
                    <a:off x="13094581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16" name="Line"/>
                  <p:cNvSpPr/>
                  <p:nvPr/>
                </p:nvSpPr>
                <p:spPr>
                  <a:xfrm flipV="1">
                    <a:off x="13187299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17" name="Rectangle"/>
                  <p:cNvSpPr/>
                  <p:nvPr/>
                </p:nvSpPr>
                <p:spPr>
                  <a:xfrm>
                    <a:off x="10299254" y="721476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218" name="Line"/>
                  <p:cNvSpPr/>
                  <p:nvPr/>
                </p:nvSpPr>
                <p:spPr>
                  <a:xfrm>
                    <a:off x="12591763" y="1197165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19" name="Line"/>
                  <p:cNvSpPr/>
                  <p:nvPr/>
                </p:nvSpPr>
                <p:spPr>
                  <a:xfrm>
                    <a:off x="12587410" y="1291704"/>
                    <a:ext cx="411999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0" name="Line"/>
                  <p:cNvSpPr/>
                  <p:nvPr/>
                </p:nvSpPr>
                <p:spPr>
                  <a:xfrm>
                    <a:off x="12587410" y="1386243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1" name="Line"/>
                  <p:cNvSpPr/>
                  <p:nvPr/>
                </p:nvSpPr>
                <p:spPr>
                  <a:xfrm>
                    <a:off x="12589266" y="1480782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2" name="Line"/>
                  <p:cNvSpPr/>
                  <p:nvPr/>
                </p:nvSpPr>
                <p:spPr>
                  <a:xfrm>
                    <a:off x="11315079" y="3867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3" name="Line"/>
                  <p:cNvSpPr/>
                  <p:nvPr/>
                </p:nvSpPr>
                <p:spPr>
                  <a:xfrm>
                    <a:off x="11409619" y="28740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4" name="Line"/>
                  <p:cNvSpPr/>
                  <p:nvPr/>
                </p:nvSpPr>
                <p:spPr>
                  <a:xfrm>
                    <a:off x="11504158" y="194396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5" name="Line"/>
                  <p:cNvSpPr/>
                  <p:nvPr/>
                </p:nvSpPr>
                <p:spPr>
                  <a:xfrm>
                    <a:off x="11598695" y="92456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6" name="Line"/>
                  <p:cNvSpPr/>
                  <p:nvPr/>
                </p:nvSpPr>
                <p:spPr>
                  <a:xfrm flipV="1">
                    <a:off x="11315079" y="1959730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7" name="Line"/>
                  <p:cNvSpPr/>
                  <p:nvPr/>
                </p:nvSpPr>
                <p:spPr>
                  <a:xfrm flipV="1">
                    <a:off x="11409619" y="1959377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8" name="Line"/>
                  <p:cNvSpPr/>
                  <p:nvPr/>
                </p:nvSpPr>
                <p:spPr>
                  <a:xfrm flipV="1">
                    <a:off x="11504158" y="1959948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29" name="Line"/>
                  <p:cNvSpPr/>
                  <p:nvPr/>
                </p:nvSpPr>
                <p:spPr>
                  <a:xfrm flipV="1">
                    <a:off x="11598697" y="1957437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30" name="SB"/>
                  <p:cNvSpPr/>
                  <p:nvPr/>
                </p:nvSpPr>
                <p:spPr>
                  <a:xfrm>
                    <a:off x="12785531" y="0"/>
                    <a:ext cx="525378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sp>
                <p:nvSpPr>
                  <p:cNvPr id="2231" name="SB"/>
                  <p:cNvSpPr/>
                  <p:nvPr/>
                </p:nvSpPr>
                <p:spPr>
                  <a:xfrm>
                    <a:off x="12785531" y="2194071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236" name="Group"/>
                  <p:cNvGrpSpPr/>
                  <p:nvPr/>
                </p:nvGrpSpPr>
                <p:grpSpPr>
                  <a:xfrm flipH="1" rot="10800000">
                    <a:off x="9694830" y="1125051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232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33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34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35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237" name="CLB"/>
                  <p:cNvSpPr txBox="1"/>
                  <p:nvPr/>
                </p:nvSpPr>
                <p:spPr>
                  <a:xfrm>
                    <a:off x="11012906" y="1077084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sp>
                <p:nvSpPr>
                  <p:cNvPr id="2238" name="Line"/>
                  <p:cNvSpPr/>
                  <p:nvPr/>
                </p:nvSpPr>
                <p:spPr>
                  <a:xfrm flipV="1">
                    <a:off x="16118639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39" name="Line"/>
                  <p:cNvSpPr/>
                  <p:nvPr/>
                </p:nvSpPr>
                <p:spPr>
                  <a:xfrm flipV="1">
                    <a:off x="16211359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0" name="Line"/>
                  <p:cNvSpPr/>
                  <p:nvPr/>
                </p:nvSpPr>
                <p:spPr>
                  <a:xfrm flipV="1">
                    <a:off x="16304078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1" name="Line"/>
                  <p:cNvSpPr/>
                  <p:nvPr/>
                </p:nvSpPr>
                <p:spPr>
                  <a:xfrm flipV="1">
                    <a:off x="16396795" y="457085"/>
                    <a:ext cx="1" cy="1763778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2" name="Rectangle"/>
                  <p:cNvSpPr/>
                  <p:nvPr/>
                </p:nvSpPr>
                <p:spPr>
                  <a:xfrm>
                    <a:off x="13508750" y="721476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243" name="Line"/>
                  <p:cNvSpPr/>
                  <p:nvPr/>
                </p:nvSpPr>
                <p:spPr>
                  <a:xfrm>
                    <a:off x="15801261" y="1197165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4" name="Line"/>
                  <p:cNvSpPr/>
                  <p:nvPr/>
                </p:nvSpPr>
                <p:spPr>
                  <a:xfrm>
                    <a:off x="15796908" y="1291704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5" name="Line"/>
                  <p:cNvSpPr/>
                  <p:nvPr/>
                </p:nvSpPr>
                <p:spPr>
                  <a:xfrm>
                    <a:off x="15796908" y="1386243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6" name="Line"/>
                  <p:cNvSpPr/>
                  <p:nvPr/>
                </p:nvSpPr>
                <p:spPr>
                  <a:xfrm>
                    <a:off x="15798762" y="1480782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7" name="Line"/>
                  <p:cNvSpPr/>
                  <p:nvPr/>
                </p:nvSpPr>
                <p:spPr>
                  <a:xfrm>
                    <a:off x="14524577" y="3867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8" name="Line"/>
                  <p:cNvSpPr/>
                  <p:nvPr/>
                </p:nvSpPr>
                <p:spPr>
                  <a:xfrm>
                    <a:off x="14619117" y="28740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49" name="Line"/>
                  <p:cNvSpPr/>
                  <p:nvPr/>
                </p:nvSpPr>
                <p:spPr>
                  <a:xfrm>
                    <a:off x="14713654" y="194396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0" name="Line"/>
                  <p:cNvSpPr/>
                  <p:nvPr/>
                </p:nvSpPr>
                <p:spPr>
                  <a:xfrm>
                    <a:off x="14808193" y="92456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1" name="Line"/>
                  <p:cNvSpPr/>
                  <p:nvPr/>
                </p:nvSpPr>
                <p:spPr>
                  <a:xfrm flipV="1">
                    <a:off x="14524577" y="1959730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2" name="Line"/>
                  <p:cNvSpPr/>
                  <p:nvPr/>
                </p:nvSpPr>
                <p:spPr>
                  <a:xfrm flipV="1">
                    <a:off x="14619117" y="1959377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3" name="Line"/>
                  <p:cNvSpPr/>
                  <p:nvPr/>
                </p:nvSpPr>
                <p:spPr>
                  <a:xfrm flipV="1">
                    <a:off x="14713654" y="1959948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4" name="Line"/>
                  <p:cNvSpPr/>
                  <p:nvPr/>
                </p:nvSpPr>
                <p:spPr>
                  <a:xfrm flipV="1">
                    <a:off x="14808193" y="1957437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55" name="SB"/>
                  <p:cNvSpPr/>
                  <p:nvPr/>
                </p:nvSpPr>
                <p:spPr>
                  <a:xfrm>
                    <a:off x="15995029" y="0"/>
                    <a:ext cx="525378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sp>
                <p:nvSpPr>
                  <p:cNvPr id="2256" name="SB"/>
                  <p:cNvSpPr/>
                  <p:nvPr/>
                </p:nvSpPr>
                <p:spPr>
                  <a:xfrm>
                    <a:off x="15995029" y="2194071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261" name="Group"/>
                  <p:cNvGrpSpPr/>
                  <p:nvPr/>
                </p:nvGrpSpPr>
                <p:grpSpPr>
                  <a:xfrm flipH="1" rot="10800000">
                    <a:off x="12904327" y="1125051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257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58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59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60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262" name="CLB"/>
                  <p:cNvSpPr txBox="1"/>
                  <p:nvPr/>
                </p:nvSpPr>
                <p:spPr>
                  <a:xfrm>
                    <a:off x="14222403" y="1077084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sp>
                <p:nvSpPr>
                  <p:cNvPr id="2263" name="Line"/>
                  <p:cNvSpPr/>
                  <p:nvPr/>
                </p:nvSpPr>
                <p:spPr>
                  <a:xfrm flipH="1">
                    <a:off x="444083" y="476634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4" name="Line"/>
                  <p:cNvSpPr/>
                  <p:nvPr/>
                </p:nvSpPr>
                <p:spPr>
                  <a:xfrm flipH="1">
                    <a:off x="444083" y="467362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5" name="Line"/>
                  <p:cNvSpPr/>
                  <p:nvPr/>
                </p:nvSpPr>
                <p:spPr>
                  <a:xfrm flipH="1">
                    <a:off x="444083" y="4580902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6" name="Line"/>
                  <p:cNvSpPr/>
                  <p:nvPr/>
                </p:nvSpPr>
                <p:spPr>
                  <a:xfrm flipH="1">
                    <a:off x="444083" y="4488184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7" name="Rectangle"/>
                  <p:cNvSpPr/>
                  <p:nvPr/>
                </p:nvSpPr>
                <p:spPr>
                  <a:xfrm>
                    <a:off x="671826" y="2900552"/>
                    <a:ext cx="2293236" cy="123499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268" name="Line"/>
                  <p:cNvSpPr/>
                  <p:nvPr/>
                </p:nvSpPr>
                <p:spPr>
                  <a:xfrm>
                    <a:off x="2964336" y="3376241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69" name="Line"/>
                  <p:cNvSpPr/>
                  <p:nvPr/>
                </p:nvSpPr>
                <p:spPr>
                  <a:xfrm>
                    <a:off x="2959984" y="3470780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0" name="Line"/>
                  <p:cNvSpPr/>
                  <p:nvPr/>
                </p:nvSpPr>
                <p:spPr>
                  <a:xfrm>
                    <a:off x="2959984" y="3565319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1" name="Line"/>
                  <p:cNvSpPr/>
                  <p:nvPr/>
                </p:nvSpPr>
                <p:spPr>
                  <a:xfrm>
                    <a:off x="2961840" y="3659859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2" name="Line"/>
                  <p:cNvSpPr/>
                  <p:nvPr/>
                </p:nvSpPr>
                <p:spPr>
                  <a:xfrm flipV="1">
                    <a:off x="1687653" y="4138807"/>
                    <a:ext cx="1" cy="33285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3" name="Line"/>
                  <p:cNvSpPr/>
                  <p:nvPr/>
                </p:nvSpPr>
                <p:spPr>
                  <a:xfrm flipV="1">
                    <a:off x="1782192" y="4138453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4" name="Line"/>
                  <p:cNvSpPr/>
                  <p:nvPr/>
                </p:nvSpPr>
                <p:spPr>
                  <a:xfrm flipV="1">
                    <a:off x="1876730" y="4139024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5" name="Line"/>
                  <p:cNvSpPr/>
                  <p:nvPr/>
                </p:nvSpPr>
                <p:spPr>
                  <a:xfrm flipV="1">
                    <a:off x="1971270" y="4136513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76" name="SB"/>
                  <p:cNvSpPr/>
                  <p:nvPr/>
                </p:nvSpPr>
                <p:spPr>
                  <a:xfrm>
                    <a:off x="3158105" y="4373147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281" name="Group"/>
                  <p:cNvGrpSpPr/>
                  <p:nvPr/>
                </p:nvGrpSpPr>
                <p:grpSpPr>
                  <a:xfrm flipH="1" rot="10800000">
                    <a:off x="67403" y="3304127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277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78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79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chemeClr val="accent6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80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282" name="CLB"/>
                  <p:cNvSpPr txBox="1"/>
                  <p:nvPr/>
                </p:nvSpPr>
                <p:spPr>
                  <a:xfrm>
                    <a:off x="1385480" y="325616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287" name="Group"/>
                  <p:cNvGrpSpPr/>
                  <p:nvPr/>
                </p:nvGrpSpPr>
                <p:grpSpPr>
                  <a:xfrm flipH="1">
                    <a:off x="1640383" y="2292524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283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chemeClr val="accent4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84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85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86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288" name="Rectangle"/>
                  <p:cNvSpPr/>
                  <p:nvPr/>
                </p:nvSpPr>
                <p:spPr>
                  <a:xfrm>
                    <a:off x="3885453" y="2894803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289" name="Line"/>
                  <p:cNvSpPr/>
                  <p:nvPr/>
                </p:nvSpPr>
                <p:spPr>
                  <a:xfrm>
                    <a:off x="6177963" y="3370492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0" name="Line"/>
                  <p:cNvSpPr/>
                  <p:nvPr/>
                </p:nvSpPr>
                <p:spPr>
                  <a:xfrm>
                    <a:off x="6173610" y="3465031"/>
                    <a:ext cx="411999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1" name="Line"/>
                  <p:cNvSpPr/>
                  <p:nvPr/>
                </p:nvSpPr>
                <p:spPr>
                  <a:xfrm>
                    <a:off x="6173610" y="3559570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2" name="Line"/>
                  <p:cNvSpPr/>
                  <p:nvPr/>
                </p:nvSpPr>
                <p:spPr>
                  <a:xfrm>
                    <a:off x="6175466" y="3654109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3" name="Line"/>
                  <p:cNvSpPr/>
                  <p:nvPr/>
                </p:nvSpPr>
                <p:spPr>
                  <a:xfrm flipV="1">
                    <a:off x="4901279" y="4133057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4" name="Line"/>
                  <p:cNvSpPr/>
                  <p:nvPr/>
                </p:nvSpPr>
                <p:spPr>
                  <a:xfrm flipV="1">
                    <a:off x="4995818" y="4132703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5" name="Line"/>
                  <p:cNvSpPr/>
                  <p:nvPr/>
                </p:nvSpPr>
                <p:spPr>
                  <a:xfrm flipV="1">
                    <a:off x="5090357" y="4133274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6" name="Line"/>
                  <p:cNvSpPr/>
                  <p:nvPr/>
                </p:nvSpPr>
                <p:spPr>
                  <a:xfrm flipV="1">
                    <a:off x="5184896" y="4130763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297" name="SB"/>
                  <p:cNvSpPr/>
                  <p:nvPr/>
                </p:nvSpPr>
                <p:spPr>
                  <a:xfrm>
                    <a:off x="6371732" y="4367398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302" name="Group"/>
                  <p:cNvGrpSpPr/>
                  <p:nvPr/>
                </p:nvGrpSpPr>
                <p:grpSpPr>
                  <a:xfrm flipH="1" rot="10800000">
                    <a:off x="3281029" y="3298377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298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299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00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01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03" name="CLB"/>
                  <p:cNvSpPr txBox="1"/>
                  <p:nvPr/>
                </p:nvSpPr>
                <p:spPr>
                  <a:xfrm>
                    <a:off x="4599106" y="325041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308" name="Group"/>
                  <p:cNvGrpSpPr/>
                  <p:nvPr/>
                </p:nvGrpSpPr>
                <p:grpSpPr>
                  <a:xfrm flipH="1">
                    <a:off x="4820292" y="2283900"/>
                    <a:ext cx="283618" cy="629475"/>
                    <a:chOff x="0" y="19050"/>
                    <a:chExt cx="283616" cy="629474"/>
                  </a:xfrm>
                </p:grpSpPr>
                <p:sp>
                  <p:nvSpPr>
                    <p:cNvPr id="2304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05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06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07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09" name="Rectangle"/>
                  <p:cNvSpPr/>
                  <p:nvPr/>
                </p:nvSpPr>
                <p:spPr>
                  <a:xfrm>
                    <a:off x="7099079" y="2897678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310" name="Line"/>
                  <p:cNvSpPr/>
                  <p:nvPr/>
                </p:nvSpPr>
                <p:spPr>
                  <a:xfrm>
                    <a:off x="9391590" y="3373367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1" name="Line"/>
                  <p:cNvSpPr/>
                  <p:nvPr/>
                </p:nvSpPr>
                <p:spPr>
                  <a:xfrm>
                    <a:off x="9387237" y="3467906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2" name="Line"/>
                  <p:cNvSpPr/>
                  <p:nvPr/>
                </p:nvSpPr>
                <p:spPr>
                  <a:xfrm>
                    <a:off x="9387237" y="3562445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3" name="Line"/>
                  <p:cNvSpPr/>
                  <p:nvPr/>
                </p:nvSpPr>
                <p:spPr>
                  <a:xfrm>
                    <a:off x="9389092" y="3656984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4" name="Line"/>
                  <p:cNvSpPr/>
                  <p:nvPr/>
                </p:nvSpPr>
                <p:spPr>
                  <a:xfrm flipV="1">
                    <a:off x="8114905" y="413593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5" name="Line"/>
                  <p:cNvSpPr/>
                  <p:nvPr/>
                </p:nvSpPr>
                <p:spPr>
                  <a:xfrm flipV="1">
                    <a:off x="8209445" y="4135578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6" name="Line"/>
                  <p:cNvSpPr/>
                  <p:nvPr/>
                </p:nvSpPr>
                <p:spPr>
                  <a:xfrm flipV="1">
                    <a:off x="8303984" y="4136149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7" name="Line"/>
                  <p:cNvSpPr/>
                  <p:nvPr/>
                </p:nvSpPr>
                <p:spPr>
                  <a:xfrm flipV="1">
                    <a:off x="8398523" y="4133638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18" name="SB"/>
                  <p:cNvSpPr/>
                  <p:nvPr/>
                </p:nvSpPr>
                <p:spPr>
                  <a:xfrm>
                    <a:off x="9585358" y="4370273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323" name="Group"/>
                  <p:cNvGrpSpPr/>
                  <p:nvPr/>
                </p:nvGrpSpPr>
                <p:grpSpPr>
                  <a:xfrm flipH="1" rot="10800000">
                    <a:off x="6494656" y="3301252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319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0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1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2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24" name="CLB"/>
                  <p:cNvSpPr txBox="1"/>
                  <p:nvPr/>
                </p:nvSpPr>
                <p:spPr>
                  <a:xfrm>
                    <a:off x="7812733" y="3253285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329" name="Group"/>
                  <p:cNvGrpSpPr/>
                  <p:nvPr/>
                </p:nvGrpSpPr>
                <p:grpSpPr>
                  <a:xfrm flipH="1">
                    <a:off x="8039570" y="2286203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325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6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7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28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30" name="Rectangle"/>
                  <p:cNvSpPr/>
                  <p:nvPr/>
                </p:nvSpPr>
                <p:spPr>
                  <a:xfrm>
                    <a:off x="10312706" y="2891928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331" name="Line"/>
                  <p:cNvSpPr/>
                  <p:nvPr/>
                </p:nvSpPr>
                <p:spPr>
                  <a:xfrm>
                    <a:off x="12605215" y="3367617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2" name="Line"/>
                  <p:cNvSpPr/>
                  <p:nvPr/>
                </p:nvSpPr>
                <p:spPr>
                  <a:xfrm>
                    <a:off x="12600864" y="3462156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3" name="Line"/>
                  <p:cNvSpPr/>
                  <p:nvPr/>
                </p:nvSpPr>
                <p:spPr>
                  <a:xfrm>
                    <a:off x="12600864" y="3556695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4" name="Line"/>
                  <p:cNvSpPr/>
                  <p:nvPr/>
                </p:nvSpPr>
                <p:spPr>
                  <a:xfrm>
                    <a:off x="12602719" y="3651234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5" name="Line"/>
                  <p:cNvSpPr/>
                  <p:nvPr/>
                </p:nvSpPr>
                <p:spPr>
                  <a:xfrm flipV="1">
                    <a:off x="11328532" y="413018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6" name="Line"/>
                  <p:cNvSpPr/>
                  <p:nvPr/>
                </p:nvSpPr>
                <p:spPr>
                  <a:xfrm flipV="1">
                    <a:off x="11423071" y="412982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7" name="Line"/>
                  <p:cNvSpPr/>
                  <p:nvPr/>
                </p:nvSpPr>
                <p:spPr>
                  <a:xfrm flipV="1">
                    <a:off x="11517609" y="413040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8" name="Line"/>
                  <p:cNvSpPr/>
                  <p:nvPr/>
                </p:nvSpPr>
                <p:spPr>
                  <a:xfrm flipV="1">
                    <a:off x="11612149" y="4127889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39" name="SB"/>
                  <p:cNvSpPr/>
                  <p:nvPr/>
                </p:nvSpPr>
                <p:spPr>
                  <a:xfrm>
                    <a:off x="12798985" y="4364523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344" name="Group"/>
                  <p:cNvGrpSpPr/>
                  <p:nvPr/>
                </p:nvGrpSpPr>
                <p:grpSpPr>
                  <a:xfrm flipH="1" rot="10800000">
                    <a:off x="9708282" y="3295503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340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1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2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3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45" name="CLB"/>
                  <p:cNvSpPr txBox="1"/>
                  <p:nvPr/>
                </p:nvSpPr>
                <p:spPr>
                  <a:xfrm>
                    <a:off x="11026360" y="3247536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350" name="Group"/>
                  <p:cNvGrpSpPr/>
                  <p:nvPr/>
                </p:nvGrpSpPr>
                <p:grpSpPr>
                  <a:xfrm flipH="1">
                    <a:off x="11243903" y="2286203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346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7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8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49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51" name="Rectangle"/>
                  <p:cNvSpPr/>
                  <p:nvPr/>
                </p:nvSpPr>
                <p:spPr>
                  <a:xfrm>
                    <a:off x="13515392" y="2894803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352" name="Line"/>
                  <p:cNvSpPr/>
                  <p:nvPr/>
                </p:nvSpPr>
                <p:spPr>
                  <a:xfrm>
                    <a:off x="15807900" y="3370492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3" name="Line"/>
                  <p:cNvSpPr/>
                  <p:nvPr/>
                </p:nvSpPr>
                <p:spPr>
                  <a:xfrm>
                    <a:off x="15803550" y="3465031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4" name="Line"/>
                  <p:cNvSpPr/>
                  <p:nvPr/>
                </p:nvSpPr>
                <p:spPr>
                  <a:xfrm>
                    <a:off x="15803550" y="3559570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5" name="Line"/>
                  <p:cNvSpPr/>
                  <p:nvPr/>
                </p:nvSpPr>
                <p:spPr>
                  <a:xfrm>
                    <a:off x="15805404" y="3654109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6" name="Line"/>
                  <p:cNvSpPr/>
                  <p:nvPr/>
                </p:nvSpPr>
                <p:spPr>
                  <a:xfrm flipV="1">
                    <a:off x="14531218" y="4133057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7" name="Line"/>
                  <p:cNvSpPr/>
                  <p:nvPr/>
                </p:nvSpPr>
                <p:spPr>
                  <a:xfrm flipV="1">
                    <a:off x="14625755" y="4132703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8" name="Line"/>
                  <p:cNvSpPr/>
                  <p:nvPr/>
                </p:nvSpPr>
                <p:spPr>
                  <a:xfrm flipV="1">
                    <a:off x="14720295" y="4133274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59" name="Line"/>
                  <p:cNvSpPr/>
                  <p:nvPr/>
                </p:nvSpPr>
                <p:spPr>
                  <a:xfrm flipV="1">
                    <a:off x="14814835" y="4130763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60" name="SB"/>
                  <p:cNvSpPr/>
                  <p:nvPr/>
                </p:nvSpPr>
                <p:spPr>
                  <a:xfrm>
                    <a:off x="16001671" y="4367398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365" name="Group"/>
                  <p:cNvGrpSpPr/>
                  <p:nvPr/>
                </p:nvGrpSpPr>
                <p:grpSpPr>
                  <a:xfrm flipH="1" rot="10800000">
                    <a:off x="12910967" y="3298377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361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62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63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64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66" name="CLB"/>
                  <p:cNvSpPr txBox="1"/>
                  <p:nvPr/>
                </p:nvSpPr>
                <p:spPr>
                  <a:xfrm>
                    <a:off x="14229044" y="325041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371" name="Group"/>
                  <p:cNvGrpSpPr/>
                  <p:nvPr/>
                </p:nvGrpSpPr>
                <p:grpSpPr>
                  <a:xfrm flipH="1">
                    <a:off x="14428489" y="2292524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367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68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69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370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372" name="Line"/>
                  <p:cNvSpPr/>
                  <p:nvPr/>
                </p:nvSpPr>
                <p:spPr>
                  <a:xfrm flipH="1">
                    <a:off x="13250670" y="693943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3" name="Line"/>
                  <p:cNvSpPr/>
                  <p:nvPr/>
                </p:nvSpPr>
                <p:spPr>
                  <a:xfrm flipH="1">
                    <a:off x="13250670" y="6846711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4" name="Line"/>
                  <p:cNvSpPr/>
                  <p:nvPr/>
                </p:nvSpPr>
                <p:spPr>
                  <a:xfrm flipH="1">
                    <a:off x="13250670" y="6753992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5" name="Line"/>
                  <p:cNvSpPr/>
                  <p:nvPr/>
                </p:nvSpPr>
                <p:spPr>
                  <a:xfrm flipH="1">
                    <a:off x="13250670" y="6661274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6" name="Line"/>
                  <p:cNvSpPr/>
                  <p:nvPr/>
                </p:nvSpPr>
                <p:spPr>
                  <a:xfrm flipH="1">
                    <a:off x="10047984" y="693655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7" name="Line"/>
                  <p:cNvSpPr/>
                  <p:nvPr/>
                </p:nvSpPr>
                <p:spPr>
                  <a:xfrm flipH="1">
                    <a:off x="10047984" y="6843836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8" name="Line"/>
                  <p:cNvSpPr/>
                  <p:nvPr/>
                </p:nvSpPr>
                <p:spPr>
                  <a:xfrm flipH="1">
                    <a:off x="10047984" y="6751118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79" name="Line"/>
                  <p:cNvSpPr/>
                  <p:nvPr/>
                </p:nvSpPr>
                <p:spPr>
                  <a:xfrm flipH="1">
                    <a:off x="10047984" y="6658399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0" name="Line"/>
                  <p:cNvSpPr/>
                  <p:nvPr/>
                </p:nvSpPr>
                <p:spPr>
                  <a:xfrm flipH="1">
                    <a:off x="6834357" y="6942304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1" name="Line"/>
                  <p:cNvSpPr/>
                  <p:nvPr/>
                </p:nvSpPr>
                <p:spPr>
                  <a:xfrm flipH="1">
                    <a:off x="6834357" y="6849585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2" name="Line"/>
                  <p:cNvSpPr/>
                  <p:nvPr/>
                </p:nvSpPr>
                <p:spPr>
                  <a:xfrm flipH="1">
                    <a:off x="6834357" y="675686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3" name="Line"/>
                  <p:cNvSpPr/>
                  <p:nvPr/>
                </p:nvSpPr>
                <p:spPr>
                  <a:xfrm flipH="1">
                    <a:off x="6834357" y="6664149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4" name="Line"/>
                  <p:cNvSpPr/>
                  <p:nvPr/>
                </p:nvSpPr>
                <p:spPr>
                  <a:xfrm flipH="1">
                    <a:off x="3620730" y="6939430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5" name="Line"/>
                  <p:cNvSpPr/>
                  <p:nvPr/>
                </p:nvSpPr>
                <p:spPr>
                  <a:xfrm flipH="1">
                    <a:off x="3620730" y="6846711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6" name="Line"/>
                  <p:cNvSpPr/>
                  <p:nvPr/>
                </p:nvSpPr>
                <p:spPr>
                  <a:xfrm flipH="1">
                    <a:off x="3620730" y="6753992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7" name="Line"/>
                  <p:cNvSpPr/>
                  <p:nvPr/>
                </p:nvSpPr>
                <p:spPr>
                  <a:xfrm flipH="1">
                    <a:off x="3620730" y="6661274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8" name="Line"/>
                  <p:cNvSpPr/>
                  <p:nvPr/>
                </p:nvSpPr>
                <p:spPr>
                  <a:xfrm flipH="1">
                    <a:off x="407104" y="6945179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89" name="Line"/>
                  <p:cNvSpPr/>
                  <p:nvPr/>
                </p:nvSpPr>
                <p:spPr>
                  <a:xfrm flipH="1">
                    <a:off x="407104" y="685246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0" name="Line"/>
                  <p:cNvSpPr/>
                  <p:nvPr/>
                </p:nvSpPr>
                <p:spPr>
                  <a:xfrm flipH="1">
                    <a:off x="407104" y="6759742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1" name="Line"/>
                  <p:cNvSpPr/>
                  <p:nvPr/>
                </p:nvSpPr>
                <p:spPr>
                  <a:xfrm flipH="1">
                    <a:off x="407104" y="6667024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2" name="Rectangle"/>
                  <p:cNvSpPr/>
                  <p:nvPr/>
                </p:nvSpPr>
                <p:spPr>
                  <a:xfrm>
                    <a:off x="634847" y="5079392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393" name="Line"/>
                  <p:cNvSpPr/>
                  <p:nvPr/>
                </p:nvSpPr>
                <p:spPr>
                  <a:xfrm>
                    <a:off x="2927357" y="5555081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4" name="Line"/>
                  <p:cNvSpPr/>
                  <p:nvPr/>
                </p:nvSpPr>
                <p:spPr>
                  <a:xfrm>
                    <a:off x="2923005" y="5649620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5" name="Line"/>
                  <p:cNvSpPr/>
                  <p:nvPr/>
                </p:nvSpPr>
                <p:spPr>
                  <a:xfrm>
                    <a:off x="2923005" y="5744159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6" name="Line"/>
                  <p:cNvSpPr/>
                  <p:nvPr/>
                </p:nvSpPr>
                <p:spPr>
                  <a:xfrm>
                    <a:off x="2924861" y="5838698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7" name="Line"/>
                  <p:cNvSpPr/>
                  <p:nvPr/>
                </p:nvSpPr>
                <p:spPr>
                  <a:xfrm flipV="1">
                    <a:off x="1650673" y="6317646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8" name="Line"/>
                  <p:cNvSpPr/>
                  <p:nvPr/>
                </p:nvSpPr>
                <p:spPr>
                  <a:xfrm flipV="1">
                    <a:off x="1745212" y="6317293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399" name="Line"/>
                  <p:cNvSpPr/>
                  <p:nvPr/>
                </p:nvSpPr>
                <p:spPr>
                  <a:xfrm flipV="1">
                    <a:off x="1839751" y="6317864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0" name="Line"/>
                  <p:cNvSpPr/>
                  <p:nvPr/>
                </p:nvSpPr>
                <p:spPr>
                  <a:xfrm flipV="1">
                    <a:off x="1934291" y="6315353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01" name="SB"/>
                  <p:cNvSpPr/>
                  <p:nvPr/>
                </p:nvSpPr>
                <p:spPr>
                  <a:xfrm>
                    <a:off x="3121126" y="6551987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406" name="Group"/>
                  <p:cNvGrpSpPr/>
                  <p:nvPr/>
                </p:nvGrpSpPr>
                <p:grpSpPr>
                  <a:xfrm flipH="1" rot="10800000">
                    <a:off x="30424" y="5482966"/>
                    <a:ext cx="600281" cy="283619"/>
                    <a:chOff x="19050" y="0"/>
                    <a:chExt cx="600279" cy="283617"/>
                  </a:xfrm>
                </p:grpSpPr>
                <p:sp>
                  <p:nvSpPr>
                    <p:cNvPr id="2402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03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04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05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07" name="CLB"/>
                  <p:cNvSpPr txBox="1"/>
                  <p:nvPr/>
                </p:nvSpPr>
                <p:spPr>
                  <a:xfrm>
                    <a:off x="1348501" y="543500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412" name="Group"/>
                  <p:cNvGrpSpPr/>
                  <p:nvPr/>
                </p:nvGrpSpPr>
                <p:grpSpPr>
                  <a:xfrm flipH="1">
                    <a:off x="1603404" y="4471363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408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09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0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11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13" name="Rectangle"/>
                  <p:cNvSpPr/>
                  <p:nvPr/>
                </p:nvSpPr>
                <p:spPr>
                  <a:xfrm>
                    <a:off x="3848474" y="5073643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414" name="Line"/>
                  <p:cNvSpPr/>
                  <p:nvPr/>
                </p:nvSpPr>
                <p:spPr>
                  <a:xfrm>
                    <a:off x="6140984" y="5549331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5" name="Line"/>
                  <p:cNvSpPr/>
                  <p:nvPr/>
                </p:nvSpPr>
                <p:spPr>
                  <a:xfrm>
                    <a:off x="6136631" y="5643871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6" name="Line"/>
                  <p:cNvSpPr/>
                  <p:nvPr/>
                </p:nvSpPr>
                <p:spPr>
                  <a:xfrm>
                    <a:off x="6136631" y="5738410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7" name="Line"/>
                  <p:cNvSpPr/>
                  <p:nvPr/>
                </p:nvSpPr>
                <p:spPr>
                  <a:xfrm>
                    <a:off x="6138487" y="5832949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8" name="Line"/>
                  <p:cNvSpPr/>
                  <p:nvPr/>
                </p:nvSpPr>
                <p:spPr>
                  <a:xfrm flipV="1">
                    <a:off x="4864300" y="6311897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19" name="Line"/>
                  <p:cNvSpPr/>
                  <p:nvPr/>
                </p:nvSpPr>
                <p:spPr>
                  <a:xfrm flipV="1">
                    <a:off x="4958839" y="6311543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0" name="Line"/>
                  <p:cNvSpPr/>
                  <p:nvPr/>
                </p:nvSpPr>
                <p:spPr>
                  <a:xfrm flipV="1">
                    <a:off x="5053378" y="6312114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1" name="Line"/>
                  <p:cNvSpPr/>
                  <p:nvPr/>
                </p:nvSpPr>
                <p:spPr>
                  <a:xfrm flipV="1">
                    <a:off x="5147917" y="6309603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22" name="SB"/>
                  <p:cNvSpPr/>
                  <p:nvPr/>
                </p:nvSpPr>
                <p:spPr>
                  <a:xfrm>
                    <a:off x="6334752" y="6546237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427" name="Group"/>
                  <p:cNvGrpSpPr/>
                  <p:nvPr/>
                </p:nvGrpSpPr>
                <p:grpSpPr>
                  <a:xfrm flipH="1" rot="10800000">
                    <a:off x="3244050" y="5477217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423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24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25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26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28" name="CLB"/>
                  <p:cNvSpPr txBox="1"/>
                  <p:nvPr/>
                </p:nvSpPr>
                <p:spPr>
                  <a:xfrm>
                    <a:off x="4562127" y="542925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433" name="Group"/>
                  <p:cNvGrpSpPr/>
                  <p:nvPr/>
                </p:nvGrpSpPr>
                <p:grpSpPr>
                  <a:xfrm flipH="1">
                    <a:off x="4783313" y="4462739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429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30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31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32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34" name="Rectangle"/>
                  <p:cNvSpPr/>
                  <p:nvPr/>
                </p:nvSpPr>
                <p:spPr>
                  <a:xfrm>
                    <a:off x="7062100" y="5076518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435" name="Line"/>
                  <p:cNvSpPr/>
                  <p:nvPr/>
                </p:nvSpPr>
                <p:spPr>
                  <a:xfrm>
                    <a:off x="9354611" y="5552206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36" name="Line"/>
                  <p:cNvSpPr/>
                  <p:nvPr/>
                </p:nvSpPr>
                <p:spPr>
                  <a:xfrm>
                    <a:off x="9350257" y="5646746"/>
                    <a:ext cx="411999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37" name="Line"/>
                  <p:cNvSpPr/>
                  <p:nvPr/>
                </p:nvSpPr>
                <p:spPr>
                  <a:xfrm>
                    <a:off x="9350257" y="5741285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38" name="Line"/>
                  <p:cNvSpPr/>
                  <p:nvPr/>
                </p:nvSpPr>
                <p:spPr>
                  <a:xfrm>
                    <a:off x="9352113" y="5835824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39" name="Line"/>
                  <p:cNvSpPr/>
                  <p:nvPr/>
                </p:nvSpPr>
                <p:spPr>
                  <a:xfrm flipV="1">
                    <a:off x="8077926" y="631477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40" name="Line"/>
                  <p:cNvSpPr/>
                  <p:nvPr/>
                </p:nvSpPr>
                <p:spPr>
                  <a:xfrm flipV="1">
                    <a:off x="8172466" y="6314418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41" name="Line"/>
                  <p:cNvSpPr/>
                  <p:nvPr/>
                </p:nvSpPr>
                <p:spPr>
                  <a:xfrm flipV="1">
                    <a:off x="8267005" y="6314989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42" name="Line"/>
                  <p:cNvSpPr/>
                  <p:nvPr/>
                </p:nvSpPr>
                <p:spPr>
                  <a:xfrm flipV="1">
                    <a:off x="8361544" y="6312478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43" name="SB"/>
                  <p:cNvSpPr/>
                  <p:nvPr/>
                </p:nvSpPr>
                <p:spPr>
                  <a:xfrm>
                    <a:off x="9548379" y="6549112"/>
                    <a:ext cx="525377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448" name="Group"/>
                  <p:cNvGrpSpPr/>
                  <p:nvPr/>
                </p:nvGrpSpPr>
                <p:grpSpPr>
                  <a:xfrm flipH="1" rot="10800000">
                    <a:off x="6457677" y="5480092"/>
                    <a:ext cx="600280" cy="283618"/>
                    <a:chOff x="19050" y="0"/>
                    <a:chExt cx="600279" cy="283617"/>
                  </a:xfrm>
                </p:grpSpPr>
                <p:sp>
                  <p:nvSpPr>
                    <p:cNvPr id="2444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45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46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47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49" name="CLB"/>
                  <p:cNvSpPr txBox="1"/>
                  <p:nvPr/>
                </p:nvSpPr>
                <p:spPr>
                  <a:xfrm>
                    <a:off x="7775754" y="5432125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454" name="Group"/>
                  <p:cNvGrpSpPr/>
                  <p:nvPr/>
                </p:nvGrpSpPr>
                <p:grpSpPr>
                  <a:xfrm flipH="1">
                    <a:off x="8002591" y="4465043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450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51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52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53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55" name="Rectangle"/>
                  <p:cNvSpPr/>
                  <p:nvPr/>
                </p:nvSpPr>
                <p:spPr>
                  <a:xfrm>
                    <a:off x="10275727" y="5070768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456" name="Line"/>
                  <p:cNvSpPr/>
                  <p:nvPr/>
                </p:nvSpPr>
                <p:spPr>
                  <a:xfrm>
                    <a:off x="12568236" y="5546457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57" name="Line"/>
                  <p:cNvSpPr/>
                  <p:nvPr/>
                </p:nvSpPr>
                <p:spPr>
                  <a:xfrm>
                    <a:off x="12563885" y="5640995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58" name="Line"/>
                  <p:cNvSpPr/>
                  <p:nvPr/>
                </p:nvSpPr>
                <p:spPr>
                  <a:xfrm>
                    <a:off x="12563885" y="5735535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59" name="Line"/>
                  <p:cNvSpPr/>
                  <p:nvPr/>
                </p:nvSpPr>
                <p:spPr>
                  <a:xfrm>
                    <a:off x="12565740" y="5830074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60" name="Line"/>
                  <p:cNvSpPr/>
                  <p:nvPr/>
                </p:nvSpPr>
                <p:spPr>
                  <a:xfrm flipV="1">
                    <a:off x="11291553" y="6309022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61" name="Line"/>
                  <p:cNvSpPr/>
                  <p:nvPr/>
                </p:nvSpPr>
                <p:spPr>
                  <a:xfrm flipV="1">
                    <a:off x="11386091" y="6308669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62" name="Line"/>
                  <p:cNvSpPr/>
                  <p:nvPr/>
                </p:nvSpPr>
                <p:spPr>
                  <a:xfrm flipV="1">
                    <a:off x="11480630" y="6309239"/>
                    <a:ext cx="1" cy="52502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63" name="Line"/>
                  <p:cNvSpPr/>
                  <p:nvPr/>
                </p:nvSpPr>
                <p:spPr>
                  <a:xfrm flipV="1">
                    <a:off x="11575170" y="6306729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64" name="SB"/>
                  <p:cNvSpPr/>
                  <p:nvPr/>
                </p:nvSpPr>
                <p:spPr>
                  <a:xfrm>
                    <a:off x="12762006" y="6543363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469" name="Group"/>
                  <p:cNvGrpSpPr/>
                  <p:nvPr/>
                </p:nvGrpSpPr>
                <p:grpSpPr>
                  <a:xfrm flipH="1" rot="10800000">
                    <a:off x="9671303" y="5474342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465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66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67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68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70" name="CLB"/>
                  <p:cNvSpPr txBox="1"/>
                  <p:nvPr/>
                </p:nvSpPr>
                <p:spPr>
                  <a:xfrm>
                    <a:off x="10989381" y="5426375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475" name="Group"/>
                  <p:cNvGrpSpPr/>
                  <p:nvPr/>
                </p:nvGrpSpPr>
                <p:grpSpPr>
                  <a:xfrm flipH="1">
                    <a:off x="11206924" y="4465043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471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72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73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74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76" name="Rectangle"/>
                  <p:cNvSpPr/>
                  <p:nvPr/>
                </p:nvSpPr>
                <p:spPr>
                  <a:xfrm>
                    <a:off x="13478411" y="5073643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477" name="Line"/>
                  <p:cNvSpPr/>
                  <p:nvPr/>
                </p:nvSpPr>
                <p:spPr>
                  <a:xfrm>
                    <a:off x="15770922" y="5549331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78" name="Line"/>
                  <p:cNvSpPr/>
                  <p:nvPr/>
                </p:nvSpPr>
                <p:spPr>
                  <a:xfrm>
                    <a:off x="15766569" y="5643871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79" name="Line"/>
                  <p:cNvSpPr/>
                  <p:nvPr/>
                </p:nvSpPr>
                <p:spPr>
                  <a:xfrm>
                    <a:off x="15766569" y="5738410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0" name="Line"/>
                  <p:cNvSpPr/>
                  <p:nvPr/>
                </p:nvSpPr>
                <p:spPr>
                  <a:xfrm>
                    <a:off x="15768426" y="5832949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1" name="Line"/>
                  <p:cNvSpPr/>
                  <p:nvPr/>
                </p:nvSpPr>
                <p:spPr>
                  <a:xfrm flipV="1">
                    <a:off x="14494238" y="6311897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2" name="Line"/>
                  <p:cNvSpPr/>
                  <p:nvPr/>
                </p:nvSpPr>
                <p:spPr>
                  <a:xfrm flipV="1">
                    <a:off x="14588777" y="6311543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3" name="Line"/>
                  <p:cNvSpPr/>
                  <p:nvPr/>
                </p:nvSpPr>
                <p:spPr>
                  <a:xfrm flipV="1">
                    <a:off x="14683315" y="6312114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4" name="Line"/>
                  <p:cNvSpPr/>
                  <p:nvPr/>
                </p:nvSpPr>
                <p:spPr>
                  <a:xfrm flipV="1">
                    <a:off x="14777854" y="6309603"/>
                    <a:ext cx="1" cy="6294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85" name="SB"/>
                  <p:cNvSpPr/>
                  <p:nvPr/>
                </p:nvSpPr>
                <p:spPr>
                  <a:xfrm>
                    <a:off x="15964690" y="6546237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490" name="Group"/>
                  <p:cNvGrpSpPr/>
                  <p:nvPr/>
                </p:nvGrpSpPr>
                <p:grpSpPr>
                  <a:xfrm flipH="1" rot="10800000">
                    <a:off x="12873988" y="5477217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486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87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88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89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91" name="CLB"/>
                  <p:cNvSpPr txBox="1"/>
                  <p:nvPr/>
                </p:nvSpPr>
                <p:spPr>
                  <a:xfrm>
                    <a:off x="14192067" y="5429250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496" name="Group"/>
                  <p:cNvGrpSpPr/>
                  <p:nvPr/>
                </p:nvGrpSpPr>
                <p:grpSpPr>
                  <a:xfrm flipH="1">
                    <a:off x="14391509" y="4471363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492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93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94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495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497" name="Line"/>
                  <p:cNvSpPr/>
                  <p:nvPr/>
                </p:nvSpPr>
                <p:spPr>
                  <a:xfrm flipH="1">
                    <a:off x="13239294" y="91172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98" name="Line"/>
                  <p:cNvSpPr/>
                  <p:nvPr/>
                </p:nvSpPr>
                <p:spPr>
                  <a:xfrm flipH="1">
                    <a:off x="13239294" y="902448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499" name="Line"/>
                  <p:cNvSpPr/>
                  <p:nvPr/>
                </p:nvSpPr>
                <p:spPr>
                  <a:xfrm flipH="1">
                    <a:off x="13239294" y="8931768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0" name="Line"/>
                  <p:cNvSpPr/>
                  <p:nvPr/>
                </p:nvSpPr>
                <p:spPr>
                  <a:xfrm flipH="1">
                    <a:off x="13239294" y="883905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1" name="Line"/>
                  <p:cNvSpPr/>
                  <p:nvPr/>
                </p:nvSpPr>
                <p:spPr>
                  <a:xfrm flipH="1">
                    <a:off x="10036609" y="9114332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2" name="Line"/>
                  <p:cNvSpPr/>
                  <p:nvPr/>
                </p:nvSpPr>
                <p:spPr>
                  <a:xfrm flipH="1">
                    <a:off x="10036609" y="9021612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3" name="Line"/>
                  <p:cNvSpPr/>
                  <p:nvPr/>
                </p:nvSpPr>
                <p:spPr>
                  <a:xfrm flipH="1">
                    <a:off x="10036609" y="8928894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4" name="Line"/>
                  <p:cNvSpPr/>
                  <p:nvPr/>
                </p:nvSpPr>
                <p:spPr>
                  <a:xfrm flipH="1">
                    <a:off x="10036609" y="8836176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5" name="Line"/>
                  <p:cNvSpPr/>
                  <p:nvPr/>
                </p:nvSpPr>
                <p:spPr>
                  <a:xfrm flipH="1">
                    <a:off x="6822982" y="9120081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6" name="Line"/>
                  <p:cNvSpPr/>
                  <p:nvPr/>
                </p:nvSpPr>
                <p:spPr>
                  <a:xfrm flipH="1">
                    <a:off x="6822982" y="9027362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7" name="Line"/>
                  <p:cNvSpPr/>
                  <p:nvPr/>
                </p:nvSpPr>
                <p:spPr>
                  <a:xfrm flipH="1">
                    <a:off x="6822982" y="8934643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8" name="Line"/>
                  <p:cNvSpPr/>
                  <p:nvPr/>
                </p:nvSpPr>
                <p:spPr>
                  <a:xfrm flipH="1">
                    <a:off x="6822982" y="8841925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09" name="Line"/>
                  <p:cNvSpPr/>
                  <p:nvPr/>
                </p:nvSpPr>
                <p:spPr>
                  <a:xfrm flipH="1">
                    <a:off x="3609356" y="911720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0" name="Line"/>
                  <p:cNvSpPr/>
                  <p:nvPr/>
                </p:nvSpPr>
                <p:spPr>
                  <a:xfrm flipH="1">
                    <a:off x="3609356" y="902448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1" name="Line"/>
                  <p:cNvSpPr/>
                  <p:nvPr/>
                </p:nvSpPr>
                <p:spPr>
                  <a:xfrm flipH="1">
                    <a:off x="3609356" y="8931768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2" name="Line"/>
                  <p:cNvSpPr/>
                  <p:nvPr/>
                </p:nvSpPr>
                <p:spPr>
                  <a:xfrm flipH="1">
                    <a:off x="3609356" y="8839050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3" name="Line"/>
                  <p:cNvSpPr/>
                  <p:nvPr/>
                </p:nvSpPr>
                <p:spPr>
                  <a:xfrm flipH="1">
                    <a:off x="395729" y="9122956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4" name="Line"/>
                  <p:cNvSpPr/>
                  <p:nvPr/>
                </p:nvSpPr>
                <p:spPr>
                  <a:xfrm flipH="1">
                    <a:off x="395729" y="9030237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5" name="Line"/>
                  <p:cNvSpPr/>
                  <p:nvPr/>
                </p:nvSpPr>
                <p:spPr>
                  <a:xfrm flipH="1">
                    <a:off x="395729" y="8937518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6" name="Line"/>
                  <p:cNvSpPr/>
                  <p:nvPr/>
                </p:nvSpPr>
                <p:spPr>
                  <a:xfrm flipH="1">
                    <a:off x="395729" y="8844800"/>
                    <a:ext cx="2770757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7" name="Rectangle"/>
                  <p:cNvSpPr/>
                  <p:nvPr/>
                </p:nvSpPr>
                <p:spPr>
                  <a:xfrm>
                    <a:off x="623473" y="7257168"/>
                    <a:ext cx="2293235" cy="1234997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518" name="Line"/>
                  <p:cNvSpPr/>
                  <p:nvPr/>
                </p:nvSpPr>
                <p:spPr>
                  <a:xfrm>
                    <a:off x="2915983" y="7732858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19" name="Line"/>
                  <p:cNvSpPr/>
                  <p:nvPr/>
                </p:nvSpPr>
                <p:spPr>
                  <a:xfrm>
                    <a:off x="2911630" y="7827396"/>
                    <a:ext cx="411999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0" name="Line"/>
                  <p:cNvSpPr/>
                  <p:nvPr/>
                </p:nvSpPr>
                <p:spPr>
                  <a:xfrm>
                    <a:off x="2911630" y="7921935"/>
                    <a:ext cx="5003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1" name="Line"/>
                  <p:cNvSpPr/>
                  <p:nvPr/>
                </p:nvSpPr>
                <p:spPr>
                  <a:xfrm>
                    <a:off x="2913486" y="8016475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2" name="Line"/>
                  <p:cNvSpPr/>
                  <p:nvPr/>
                </p:nvSpPr>
                <p:spPr>
                  <a:xfrm flipV="1">
                    <a:off x="1639299" y="8495423"/>
                    <a:ext cx="1" cy="33285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3" name="Line"/>
                  <p:cNvSpPr/>
                  <p:nvPr/>
                </p:nvSpPr>
                <p:spPr>
                  <a:xfrm flipV="1">
                    <a:off x="1733838" y="8495069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4" name="Line"/>
                  <p:cNvSpPr/>
                  <p:nvPr/>
                </p:nvSpPr>
                <p:spPr>
                  <a:xfrm flipV="1">
                    <a:off x="1828377" y="849564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5" name="Line"/>
                  <p:cNvSpPr/>
                  <p:nvPr/>
                </p:nvSpPr>
                <p:spPr>
                  <a:xfrm flipV="1">
                    <a:off x="1922916" y="8493129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26" name="SB"/>
                  <p:cNvSpPr/>
                  <p:nvPr/>
                </p:nvSpPr>
                <p:spPr>
                  <a:xfrm>
                    <a:off x="3109752" y="8729764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531" name="Group"/>
                  <p:cNvGrpSpPr/>
                  <p:nvPr/>
                </p:nvGrpSpPr>
                <p:grpSpPr>
                  <a:xfrm flipH="1" rot="10800000">
                    <a:off x="19050" y="7660743"/>
                    <a:ext cx="600280" cy="283618"/>
                    <a:chOff x="19050" y="0"/>
                    <a:chExt cx="600279" cy="283617"/>
                  </a:xfrm>
                </p:grpSpPr>
                <p:sp>
                  <p:nvSpPr>
                    <p:cNvPr id="2527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28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29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30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32" name="CLB"/>
                  <p:cNvSpPr txBox="1"/>
                  <p:nvPr/>
                </p:nvSpPr>
                <p:spPr>
                  <a:xfrm>
                    <a:off x="1337126" y="7612776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537" name="Group"/>
                  <p:cNvGrpSpPr/>
                  <p:nvPr/>
                </p:nvGrpSpPr>
                <p:grpSpPr>
                  <a:xfrm flipH="1">
                    <a:off x="1592029" y="6649140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533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34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35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36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38" name="Rectangle"/>
                  <p:cNvSpPr/>
                  <p:nvPr/>
                </p:nvSpPr>
                <p:spPr>
                  <a:xfrm>
                    <a:off x="3837099" y="7251419"/>
                    <a:ext cx="2293236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539" name="Line"/>
                  <p:cNvSpPr/>
                  <p:nvPr/>
                </p:nvSpPr>
                <p:spPr>
                  <a:xfrm>
                    <a:off x="6129609" y="7727108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0" name="Line"/>
                  <p:cNvSpPr/>
                  <p:nvPr/>
                </p:nvSpPr>
                <p:spPr>
                  <a:xfrm>
                    <a:off x="6125257" y="7821647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1" name="Line"/>
                  <p:cNvSpPr/>
                  <p:nvPr/>
                </p:nvSpPr>
                <p:spPr>
                  <a:xfrm>
                    <a:off x="6125257" y="7916186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2" name="Line"/>
                  <p:cNvSpPr/>
                  <p:nvPr/>
                </p:nvSpPr>
                <p:spPr>
                  <a:xfrm>
                    <a:off x="6127112" y="8010725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3" name="Line"/>
                  <p:cNvSpPr/>
                  <p:nvPr/>
                </p:nvSpPr>
                <p:spPr>
                  <a:xfrm flipV="1">
                    <a:off x="4852925" y="8489673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4" name="Line"/>
                  <p:cNvSpPr/>
                  <p:nvPr/>
                </p:nvSpPr>
                <p:spPr>
                  <a:xfrm flipV="1">
                    <a:off x="4947464" y="8489319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5" name="Line"/>
                  <p:cNvSpPr/>
                  <p:nvPr/>
                </p:nvSpPr>
                <p:spPr>
                  <a:xfrm flipV="1">
                    <a:off x="5042003" y="84898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6" name="Line"/>
                  <p:cNvSpPr/>
                  <p:nvPr/>
                </p:nvSpPr>
                <p:spPr>
                  <a:xfrm flipV="1">
                    <a:off x="5136543" y="8487379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47" name="SB"/>
                  <p:cNvSpPr/>
                  <p:nvPr/>
                </p:nvSpPr>
                <p:spPr>
                  <a:xfrm>
                    <a:off x="6323378" y="8724014"/>
                    <a:ext cx="525377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552" name="Group"/>
                  <p:cNvGrpSpPr/>
                  <p:nvPr/>
                </p:nvGrpSpPr>
                <p:grpSpPr>
                  <a:xfrm flipH="1" rot="10800000">
                    <a:off x="3232676" y="7654993"/>
                    <a:ext cx="600281" cy="283619"/>
                    <a:chOff x="19050" y="0"/>
                    <a:chExt cx="600279" cy="283617"/>
                  </a:xfrm>
                </p:grpSpPr>
                <p:sp>
                  <p:nvSpPr>
                    <p:cNvPr id="2548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49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50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51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53" name="CLB"/>
                  <p:cNvSpPr txBox="1"/>
                  <p:nvPr/>
                </p:nvSpPr>
                <p:spPr>
                  <a:xfrm>
                    <a:off x="4550753" y="7607026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558" name="Group"/>
                  <p:cNvGrpSpPr/>
                  <p:nvPr/>
                </p:nvGrpSpPr>
                <p:grpSpPr>
                  <a:xfrm flipH="1">
                    <a:off x="4771938" y="6640516"/>
                    <a:ext cx="283618" cy="629476"/>
                    <a:chOff x="0" y="19050"/>
                    <a:chExt cx="283616" cy="629474"/>
                  </a:xfrm>
                </p:grpSpPr>
                <p:sp>
                  <p:nvSpPr>
                    <p:cNvPr id="2554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55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56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57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59" name="Rectangle"/>
                  <p:cNvSpPr/>
                  <p:nvPr/>
                </p:nvSpPr>
                <p:spPr>
                  <a:xfrm>
                    <a:off x="7050726" y="7254294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560" name="Line"/>
                  <p:cNvSpPr/>
                  <p:nvPr/>
                </p:nvSpPr>
                <p:spPr>
                  <a:xfrm>
                    <a:off x="9343236" y="7729983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1" name="Line"/>
                  <p:cNvSpPr/>
                  <p:nvPr/>
                </p:nvSpPr>
                <p:spPr>
                  <a:xfrm>
                    <a:off x="9338883" y="7824522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2" name="Line"/>
                  <p:cNvSpPr/>
                  <p:nvPr/>
                </p:nvSpPr>
                <p:spPr>
                  <a:xfrm>
                    <a:off x="9338883" y="7919061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3" name="Line"/>
                  <p:cNvSpPr/>
                  <p:nvPr/>
                </p:nvSpPr>
                <p:spPr>
                  <a:xfrm>
                    <a:off x="9340739" y="8013600"/>
                    <a:ext cx="600280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4" name="Line"/>
                  <p:cNvSpPr/>
                  <p:nvPr/>
                </p:nvSpPr>
                <p:spPr>
                  <a:xfrm flipV="1">
                    <a:off x="8066552" y="8492548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5" name="Line"/>
                  <p:cNvSpPr/>
                  <p:nvPr/>
                </p:nvSpPr>
                <p:spPr>
                  <a:xfrm flipV="1">
                    <a:off x="8161091" y="8492194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6" name="Line"/>
                  <p:cNvSpPr/>
                  <p:nvPr/>
                </p:nvSpPr>
                <p:spPr>
                  <a:xfrm flipV="1">
                    <a:off x="8255630" y="8492765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7" name="Line"/>
                  <p:cNvSpPr/>
                  <p:nvPr/>
                </p:nvSpPr>
                <p:spPr>
                  <a:xfrm flipV="1">
                    <a:off x="8350170" y="8490254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68" name="SB"/>
                  <p:cNvSpPr/>
                  <p:nvPr/>
                </p:nvSpPr>
                <p:spPr>
                  <a:xfrm>
                    <a:off x="9537004" y="8726889"/>
                    <a:ext cx="525378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573" name="Group"/>
                  <p:cNvGrpSpPr/>
                  <p:nvPr/>
                </p:nvGrpSpPr>
                <p:grpSpPr>
                  <a:xfrm flipH="1" rot="10800000">
                    <a:off x="6446302" y="7657869"/>
                    <a:ext cx="600281" cy="283618"/>
                    <a:chOff x="19050" y="0"/>
                    <a:chExt cx="600279" cy="283617"/>
                  </a:xfrm>
                </p:grpSpPr>
                <p:sp>
                  <p:nvSpPr>
                    <p:cNvPr id="2569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0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1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2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74" name="CLB"/>
                  <p:cNvSpPr txBox="1"/>
                  <p:nvPr/>
                </p:nvSpPr>
                <p:spPr>
                  <a:xfrm>
                    <a:off x="7764379" y="7609901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579" name="Group"/>
                  <p:cNvGrpSpPr/>
                  <p:nvPr/>
                </p:nvGrpSpPr>
                <p:grpSpPr>
                  <a:xfrm flipH="1">
                    <a:off x="7991216" y="6642820"/>
                    <a:ext cx="283618" cy="629475"/>
                    <a:chOff x="0" y="19050"/>
                    <a:chExt cx="283616" cy="629474"/>
                  </a:xfrm>
                </p:grpSpPr>
                <p:sp>
                  <p:nvSpPr>
                    <p:cNvPr id="2575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6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7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78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80" name="Rectangle"/>
                  <p:cNvSpPr/>
                  <p:nvPr/>
                </p:nvSpPr>
                <p:spPr>
                  <a:xfrm>
                    <a:off x="10264352" y="7248544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581" name="Line"/>
                  <p:cNvSpPr/>
                  <p:nvPr/>
                </p:nvSpPr>
                <p:spPr>
                  <a:xfrm>
                    <a:off x="12556862" y="7724233"/>
                    <a:ext cx="316632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2" name="Line"/>
                  <p:cNvSpPr/>
                  <p:nvPr/>
                </p:nvSpPr>
                <p:spPr>
                  <a:xfrm>
                    <a:off x="12552510" y="7818772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3" name="Line"/>
                  <p:cNvSpPr/>
                  <p:nvPr/>
                </p:nvSpPr>
                <p:spPr>
                  <a:xfrm>
                    <a:off x="12552510" y="7913311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4" name="Line"/>
                  <p:cNvSpPr/>
                  <p:nvPr/>
                </p:nvSpPr>
                <p:spPr>
                  <a:xfrm>
                    <a:off x="12554366" y="8007850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5" name="Line"/>
                  <p:cNvSpPr/>
                  <p:nvPr/>
                </p:nvSpPr>
                <p:spPr>
                  <a:xfrm flipV="1">
                    <a:off x="11280179" y="8486798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6" name="Line"/>
                  <p:cNvSpPr/>
                  <p:nvPr/>
                </p:nvSpPr>
                <p:spPr>
                  <a:xfrm flipV="1">
                    <a:off x="11374717" y="8486445"/>
                    <a:ext cx="1" cy="432582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7" name="Line"/>
                  <p:cNvSpPr/>
                  <p:nvPr/>
                </p:nvSpPr>
                <p:spPr>
                  <a:xfrm flipV="1">
                    <a:off x="11469256" y="8487016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8" name="Line"/>
                  <p:cNvSpPr/>
                  <p:nvPr/>
                </p:nvSpPr>
                <p:spPr>
                  <a:xfrm flipV="1">
                    <a:off x="11563795" y="8484505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589" name="SB"/>
                  <p:cNvSpPr/>
                  <p:nvPr/>
                </p:nvSpPr>
                <p:spPr>
                  <a:xfrm>
                    <a:off x="12750631" y="8721139"/>
                    <a:ext cx="525378" cy="508230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594" name="Group"/>
                  <p:cNvGrpSpPr/>
                  <p:nvPr/>
                </p:nvGrpSpPr>
                <p:grpSpPr>
                  <a:xfrm flipH="1" rot="10800000">
                    <a:off x="9659928" y="7652118"/>
                    <a:ext cx="600281" cy="283619"/>
                    <a:chOff x="19050" y="0"/>
                    <a:chExt cx="600279" cy="283617"/>
                  </a:xfrm>
                </p:grpSpPr>
                <p:sp>
                  <p:nvSpPr>
                    <p:cNvPr id="2590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1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2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3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595" name="CLB"/>
                  <p:cNvSpPr txBox="1"/>
                  <p:nvPr/>
                </p:nvSpPr>
                <p:spPr>
                  <a:xfrm>
                    <a:off x="10978006" y="7604152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600" name="Group"/>
                  <p:cNvGrpSpPr/>
                  <p:nvPr/>
                </p:nvGrpSpPr>
                <p:grpSpPr>
                  <a:xfrm flipH="1">
                    <a:off x="11195549" y="6642820"/>
                    <a:ext cx="283618" cy="629475"/>
                    <a:chOff x="0" y="19050"/>
                    <a:chExt cx="283616" cy="629474"/>
                  </a:xfrm>
                </p:grpSpPr>
                <p:sp>
                  <p:nvSpPr>
                    <p:cNvPr id="2596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7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8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599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601" name="Rectangle"/>
                  <p:cNvSpPr/>
                  <p:nvPr/>
                </p:nvSpPr>
                <p:spPr>
                  <a:xfrm>
                    <a:off x="13467038" y="7251419"/>
                    <a:ext cx="2293235" cy="1234996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28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sp>
                <p:nvSpPr>
                  <p:cNvPr id="2602" name="Line"/>
                  <p:cNvSpPr/>
                  <p:nvPr/>
                </p:nvSpPr>
                <p:spPr>
                  <a:xfrm>
                    <a:off x="15759546" y="7727108"/>
                    <a:ext cx="316633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3" name="Line"/>
                  <p:cNvSpPr/>
                  <p:nvPr/>
                </p:nvSpPr>
                <p:spPr>
                  <a:xfrm>
                    <a:off x="15755196" y="7821647"/>
                    <a:ext cx="411998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4" name="Line"/>
                  <p:cNvSpPr/>
                  <p:nvPr/>
                </p:nvSpPr>
                <p:spPr>
                  <a:xfrm>
                    <a:off x="15755196" y="7916186"/>
                    <a:ext cx="500397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5" name="Line"/>
                  <p:cNvSpPr/>
                  <p:nvPr/>
                </p:nvSpPr>
                <p:spPr>
                  <a:xfrm>
                    <a:off x="15757050" y="8010725"/>
                    <a:ext cx="600281" cy="1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6" name="Line"/>
                  <p:cNvSpPr/>
                  <p:nvPr/>
                </p:nvSpPr>
                <p:spPr>
                  <a:xfrm flipV="1">
                    <a:off x="14482865" y="8489673"/>
                    <a:ext cx="1" cy="33285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7" name="Line"/>
                  <p:cNvSpPr/>
                  <p:nvPr/>
                </p:nvSpPr>
                <p:spPr>
                  <a:xfrm flipV="1">
                    <a:off x="14577401" y="8489319"/>
                    <a:ext cx="1" cy="432583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8" name="Line"/>
                  <p:cNvSpPr/>
                  <p:nvPr/>
                </p:nvSpPr>
                <p:spPr>
                  <a:xfrm flipV="1">
                    <a:off x="14671942" y="8489890"/>
                    <a:ext cx="1" cy="525024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09" name="Line"/>
                  <p:cNvSpPr/>
                  <p:nvPr/>
                </p:nvSpPr>
                <p:spPr>
                  <a:xfrm flipV="1">
                    <a:off x="14766481" y="8487379"/>
                    <a:ext cx="1" cy="629476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000000"/>
                    </a:solidFill>
                    <a:prstDash val="solid"/>
                    <a:miter lim="400000"/>
                    <a:headEnd type="oval" w="med" len="med"/>
                    <a:tailEnd type="oval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  <p:sp>
                <p:nvSpPr>
                  <p:cNvPr id="2610" name="SB"/>
                  <p:cNvSpPr/>
                  <p:nvPr/>
                </p:nvSpPr>
                <p:spPr>
                  <a:xfrm>
                    <a:off x="15953317" y="8724014"/>
                    <a:ext cx="525378" cy="508229"/>
                  </a:xfrm>
                  <a:prstGeom prst="rect">
                    <a:avLst/>
                  </a:prstGeom>
                  <a:solidFill>
                    <a:srgbClr val="FFFFFF"/>
                  </a:solidFill>
                  <a:ln w="254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12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pPr/>
                    <a:r>
                      <a:t>SB</a:t>
                    </a:r>
                  </a:p>
                </p:txBody>
              </p:sp>
              <p:grpSp>
                <p:nvGrpSpPr>
                  <p:cNvPr id="2615" name="Group"/>
                  <p:cNvGrpSpPr/>
                  <p:nvPr/>
                </p:nvGrpSpPr>
                <p:grpSpPr>
                  <a:xfrm flipH="1" rot="10800000">
                    <a:off x="12862614" y="7654993"/>
                    <a:ext cx="600280" cy="283619"/>
                    <a:chOff x="19050" y="0"/>
                    <a:chExt cx="600279" cy="283617"/>
                  </a:xfrm>
                </p:grpSpPr>
                <p:sp>
                  <p:nvSpPr>
                    <p:cNvPr id="2611" name="Line"/>
                    <p:cNvSpPr/>
                    <p:nvPr/>
                  </p:nvSpPr>
                  <p:spPr>
                    <a:xfrm>
                      <a:off x="300504" y="0"/>
                      <a:ext cx="316633" cy="0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12" name="Line"/>
                    <p:cNvSpPr/>
                    <p:nvPr/>
                  </p:nvSpPr>
                  <p:spPr>
                    <a:xfrm>
                      <a:off x="205476" y="94538"/>
                      <a:ext cx="411998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13" name="Line"/>
                    <p:cNvSpPr/>
                    <p:nvPr/>
                  </p:nvSpPr>
                  <p:spPr>
                    <a:xfrm>
                      <a:off x="116532" y="189077"/>
                      <a:ext cx="500397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14" name="Line"/>
                    <p:cNvSpPr/>
                    <p:nvPr/>
                  </p:nvSpPr>
                  <p:spPr>
                    <a:xfrm>
                      <a:off x="19050" y="283617"/>
                      <a:ext cx="600280" cy="1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616" name="CLB"/>
                  <p:cNvSpPr txBox="1"/>
                  <p:nvPr/>
                </p:nvSpPr>
                <p:spPr>
                  <a:xfrm>
                    <a:off x="14180691" y="7607026"/>
                    <a:ext cx="862204" cy="54813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/>
                    </a:lvl1pPr>
                  </a:lstStyle>
                  <a:p>
                    <a:pPr/>
                    <a:r>
                      <a:t>CLB</a:t>
                    </a:r>
                  </a:p>
                </p:txBody>
              </p:sp>
              <p:grpSp>
                <p:nvGrpSpPr>
                  <p:cNvPr id="2621" name="Group"/>
                  <p:cNvGrpSpPr/>
                  <p:nvPr/>
                </p:nvGrpSpPr>
                <p:grpSpPr>
                  <a:xfrm flipH="1">
                    <a:off x="14380136" y="6649140"/>
                    <a:ext cx="283617" cy="629476"/>
                    <a:chOff x="0" y="19050"/>
                    <a:chExt cx="283616" cy="629474"/>
                  </a:xfrm>
                </p:grpSpPr>
                <p:sp>
                  <p:nvSpPr>
                    <p:cNvPr id="2617" name="Line"/>
                    <p:cNvSpPr/>
                    <p:nvPr/>
                  </p:nvSpPr>
                  <p:spPr>
                    <a:xfrm flipH="1">
                      <a:off x="-1" y="313375"/>
                      <a:ext cx="2" cy="332856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18" name="Line"/>
                    <p:cNvSpPr/>
                    <p:nvPr/>
                  </p:nvSpPr>
                  <p:spPr>
                    <a:xfrm flipH="1">
                      <a:off x="94539" y="214002"/>
                      <a:ext cx="1" cy="432582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19" name="Line"/>
                    <p:cNvSpPr/>
                    <p:nvPr/>
                  </p:nvSpPr>
                  <p:spPr>
                    <a:xfrm flipH="1">
                      <a:off x="189077" y="120990"/>
                      <a:ext cx="1" cy="525024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  <p:sp>
                  <p:nvSpPr>
                    <p:cNvPr id="2620" name="Line"/>
                    <p:cNvSpPr/>
                    <p:nvPr/>
                  </p:nvSpPr>
                  <p:spPr>
                    <a:xfrm flipH="1">
                      <a:off x="283616" y="19050"/>
                      <a:ext cx="1" cy="629475"/>
                    </a:xfrm>
                    <a:prstGeom prst="line">
                      <a:avLst/>
                    </a:prstGeom>
                    <a:noFill/>
                    <a:ln w="12700" cap="flat">
                      <a:solidFill>
                        <a:srgbClr val="000000"/>
                      </a:solidFill>
                      <a:prstDash val="solid"/>
                      <a:miter lim="400000"/>
                      <a:headEnd type="oval" w="med" len="med"/>
                      <a:tailEnd type="oval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/>
                    </a:p>
                  </p:txBody>
                </p:sp>
              </p:grpSp>
              <p:sp>
                <p:nvSpPr>
                  <p:cNvPr id="2622" name="Line"/>
                  <p:cNvSpPr/>
                  <p:nvPr/>
                </p:nvSpPr>
                <p:spPr>
                  <a:xfrm flipH="1">
                    <a:off x="439427" y="2585937"/>
                    <a:ext cx="2770756" cy="1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accent4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/>
                  </a:p>
                </p:txBody>
              </p:sp>
            </p:grpSp>
          </p:grpSp>
          <p:grpSp>
            <p:nvGrpSpPr>
              <p:cNvPr id="2699" name="Group"/>
              <p:cNvGrpSpPr/>
              <p:nvPr/>
            </p:nvGrpSpPr>
            <p:grpSpPr>
              <a:xfrm>
                <a:off x="62321" y="0"/>
                <a:ext cx="6204389" cy="4116731"/>
                <a:chOff x="0" y="0"/>
                <a:chExt cx="6204387" cy="4116730"/>
              </a:xfrm>
            </p:grpSpPr>
            <p:sp>
              <p:nvSpPr>
                <p:cNvPr id="2625" name="Line"/>
                <p:cNvSpPr/>
                <p:nvPr/>
              </p:nvSpPr>
              <p:spPr>
                <a:xfrm flipV="1">
                  <a:off x="3320088" y="445139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6" name="Line"/>
                <p:cNvSpPr/>
                <p:nvPr/>
              </p:nvSpPr>
              <p:spPr>
                <a:xfrm flipV="1">
                  <a:off x="3412806" y="445139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7" name="Line"/>
                <p:cNvSpPr/>
                <p:nvPr/>
              </p:nvSpPr>
              <p:spPr>
                <a:xfrm flipV="1">
                  <a:off x="3505525" y="445139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8" name="Line"/>
                <p:cNvSpPr/>
                <p:nvPr/>
              </p:nvSpPr>
              <p:spPr>
                <a:xfrm flipV="1">
                  <a:off x="3598244" y="445139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29" name="Rectangle"/>
                <p:cNvSpPr/>
                <p:nvPr/>
              </p:nvSpPr>
              <p:spPr>
                <a:xfrm>
                  <a:off x="710198" y="709530"/>
                  <a:ext cx="2293236" cy="123499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28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2630" name="Line"/>
                <p:cNvSpPr/>
                <p:nvPr/>
              </p:nvSpPr>
              <p:spPr>
                <a:xfrm>
                  <a:off x="3014654" y="1197165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1" name="Line"/>
                <p:cNvSpPr/>
                <p:nvPr/>
              </p:nvSpPr>
              <p:spPr>
                <a:xfrm>
                  <a:off x="3010302" y="1291704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2" name="Line"/>
                <p:cNvSpPr/>
                <p:nvPr/>
              </p:nvSpPr>
              <p:spPr>
                <a:xfrm>
                  <a:off x="3010302" y="1386243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3" name="Line"/>
                <p:cNvSpPr/>
                <p:nvPr/>
              </p:nvSpPr>
              <p:spPr>
                <a:xfrm>
                  <a:off x="3000211" y="1468836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4" name="Line"/>
                <p:cNvSpPr/>
                <p:nvPr/>
              </p:nvSpPr>
              <p:spPr>
                <a:xfrm>
                  <a:off x="403720" y="1209871"/>
                  <a:ext cx="316633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5" name="Line"/>
                <p:cNvSpPr/>
                <p:nvPr/>
              </p:nvSpPr>
              <p:spPr>
                <a:xfrm>
                  <a:off x="308693" y="1304410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6" name="Line"/>
                <p:cNvSpPr/>
                <p:nvPr/>
              </p:nvSpPr>
              <p:spPr>
                <a:xfrm>
                  <a:off x="219748" y="1398949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7" name="Line"/>
                <p:cNvSpPr/>
                <p:nvPr/>
              </p:nvSpPr>
              <p:spPr>
                <a:xfrm>
                  <a:off x="122266" y="1493488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8" name="Line"/>
                <p:cNvSpPr/>
                <p:nvPr/>
              </p:nvSpPr>
              <p:spPr>
                <a:xfrm flipH="1" flipV="1">
                  <a:off x="494401" y="368840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39" name="Line"/>
                <p:cNvSpPr/>
                <p:nvPr/>
              </p:nvSpPr>
              <p:spPr>
                <a:xfrm flipH="1" flipV="1">
                  <a:off x="494401" y="276122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0" name="Line"/>
                <p:cNvSpPr/>
                <p:nvPr/>
              </p:nvSpPr>
              <p:spPr>
                <a:xfrm flipH="1" flipV="1">
                  <a:off x="494401" y="183403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1" name="Line"/>
                <p:cNvSpPr/>
                <p:nvPr/>
              </p:nvSpPr>
              <p:spPr>
                <a:xfrm flipH="1" flipV="1">
                  <a:off x="494401" y="90684"/>
                  <a:ext cx="270849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2" name="Line"/>
                <p:cNvSpPr/>
                <p:nvPr/>
              </p:nvSpPr>
              <p:spPr>
                <a:xfrm flipH="1">
                  <a:off x="494401" y="2587263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3" name="Line"/>
                <p:cNvSpPr/>
                <p:nvPr/>
              </p:nvSpPr>
              <p:spPr>
                <a:xfrm flipH="1">
                  <a:off x="494401" y="2494545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4" name="Line"/>
                <p:cNvSpPr/>
                <p:nvPr/>
              </p:nvSpPr>
              <p:spPr>
                <a:xfrm flipH="1">
                  <a:off x="494401" y="2401826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5" name="Line"/>
                <p:cNvSpPr/>
                <p:nvPr/>
              </p:nvSpPr>
              <p:spPr>
                <a:xfrm flipH="1">
                  <a:off x="494401" y="2309107"/>
                  <a:ext cx="277075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6" name="Line"/>
                <p:cNvSpPr/>
                <p:nvPr/>
              </p:nvSpPr>
              <p:spPr>
                <a:xfrm>
                  <a:off x="1737970" y="386782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7" name="Line"/>
                <p:cNvSpPr/>
                <p:nvPr/>
              </p:nvSpPr>
              <p:spPr>
                <a:xfrm>
                  <a:off x="1832509" y="287409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8" name="Line"/>
                <p:cNvSpPr/>
                <p:nvPr/>
              </p:nvSpPr>
              <p:spPr>
                <a:xfrm>
                  <a:off x="1927048" y="194396"/>
                  <a:ext cx="1" cy="52502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49" name="Line"/>
                <p:cNvSpPr/>
                <p:nvPr/>
              </p:nvSpPr>
              <p:spPr>
                <a:xfrm>
                  <a:off x="2021587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0" name="Line"/>
                <p:cNvSpPr/>
                <p:nvPr/>
              </p:nvSpPr>
              <p:spPr>
                <a:xfrm flipV="1">
                  <a:off x="1737970" y="1959730"/>
                  <a:ext cx="1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1" name="Line"/>
                <p:cNvSpPr/>
                <p:nvPr/>
              </p:nvSpPr>
              <p:spPr>
                <a:xfrm flipV="1">
                  <a:off x="1832509" y="1959377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2" name="Line"/>
                <p:cNvSpPr/>
                <p:nvPr/>
              </p:nvSpPr>
              <p:spPr>
                <a:xfrm flipV="1">
                  <a:off x="1927048" y="1959948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3" name="Line"/>
                <p:cNvSpPr/>
                <p:nvPr/>
              </p:nvSpPr>
              <p:spPr>
                <a:xfrm flipV="1">
                  <a:off x="2021587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4" name="Line"/>
                <p:cNvSpPr/>
                <p:nvPr/>
              </p:nvSpPr>
              <p:spPr>
                <a:xfrm flipV="1">
                  <a:off x="123610" y="46979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5" name="Line"/>
                <p:cNvSpPr/>
                <p:nvPr/>
              </p:nvSpPr>
              <p:spPr>
                <a:xfrm flipV="1">
                  <a:off x="216328" y="46979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6" name="Line"/>
                <p:cNvSpPr/>
                <p:nvPr/>
              </p:nvSpPr>
              <p:spPr>
                <a:xfrm flipV="1">
                  <a:off x="309047" y="46979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7" name="Line"/>
                <p:cNvSpPr/>
                <p:nvPr/>
              </p:nvSpPr>
              <p:spPr>
                <a:xfrm flipV="1">
                  <a:off x="401766" y="469791"/>
                  <a:ext cx="1" cy="1763778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58" name="SB"/>
                <p:cNvSpPr/>
                <p:nvPr/>
              </p:nvSpPr>
              <p:spPr>
                <a:xfrm>
                  <a:off x="3208423" y="0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2659" name="SB"/>
                <p:cNvSpPr/>
                <p:nvPr/>
              </p:nvSpPr>
              <p:spPr>
                <a:xfrm>
                  <a:off x="25758" y="0"/>
                  <a:ext cx="525377" cy="508229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2660" name="SB"/>
                <p:cNvSpPr/>
                <p:nvPr/>
              </p:nvSpPr>
              <p:spPr>
                <a:xfrm>
                  <a:off x="0" y="2194071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sp>
              <p:nvSpPr>
                <p:cNvPr id="2661" name="CLB"/>
                <p:cNvSpPr txBox="1"/>
                <p:nvPr/>
              </p:nvSpPr>
              <p:spPr>
                <a:xfrm>
                  <a:off x="1435798" y="1077084"/>
                  <a:ext cx="862204" cy="5481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:r>
                    <a:t>CLB</a:t>
                  </a:r>
                </a:p>
              </p:txBody>
            </p:sp>
            <p:sp>
              <p:nvSpPr>
                <p:cNvPr id="2662" name="Line"/>
                <p:cNvSpPr/>
                <p:nvPr/>
              </p:nvSpPr>
              <p:spPr>
                <a:xfrm flipH="1" flipV="1">
                  <a:off x="563975" y="90684"/>
                  <a:ext cx="2628912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63" name="Line"/>
                <p:cNvSpPr/>
                <p:nvPr/>
              </p:nvSpPr>
              <p:spPr>
                <a:xfrm flipV="1">
                  <a:off x="123610" y="519014"/>
                  <a:ext cx="1" cy="1656326"/>
                </a:xfrm>
                <a:prstGeom prst="line">
                  <a:avLst/>
                </a:prstGeom>
                <a:noFill/>
                <a:ln w="254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64" name="Line"/>
                <p:cNvSpPr/>
                <p:nvPr/>
              </p:nvSpPr>
              <p:spPr>
                <a:xfrm>
                  <a:off x="122266" y="1493488"/>
                  <a:ext cx="600281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65" name="Line"/>
                <p:cNvSpPr/>
                <p:nvPr/>
              </p:nvSpPr>
              <p:spPr>
                <a:xfrm>
                  <a:off x="2021587" y="92456"/>
                  <a:ext cx="1" cy="629476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668" name="Group"/>
                <p:cNvGrpSpPr/>
                <p:nvPr/>
              </p:nvGrpSpPr>
              <p:grpSpPr>
                <a:xfrm>
                  <a:off x="1272286" y="868744"/>
                  <a:ext cx="1270001" cy="992990"/>
                  <a:chOff x="0" y="30764"/>
                  <a:chExt cx="1270000" cy="992988"/>
                </a:xfrm>
              </p:grpSpPr>
              <p:sp>
                <p:nvSpPr>
                  <p:cNvPr id="2666" name="Rectangle"/>
                  <p:cNvSpPr/>
                  <p:nvPr/>
                </p:nvSpPr>
                <p:spPr>
                  <a:xfrm>
                    <a:off x="0" y="30764"/>
                    <a:ext cx="1270000" cy="871332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3200">
                        <a:solidFill>
                          <a:srgbClr val="FFFFFF"/>
                        </a:solidFill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pic>
                <p:nvPicPr>
                  <p:cNvPr id="2667" name="logic_gates-2.svg" descr="logic_gates-2.svg"/>
                  <p:cNvPicPr>
                    <a:picLocks noChangeAspect="1"/>
                  </p:cNvPicPr>
                  <p:nvPr/>
                </p:nvPicPr>
                <p:blipFill>
                  <a:blip r:embed="rId2">
                    <a:extLst/>
                  </a:blip>
                  <a:srcRect l="0" t="0" r="80202" b="58170"/>
                  <a:stretch>
                    <a:fillRect/>
                  </a:stretch>
                </p:blipFill>
                <p:spPr>
                  <a:xfrm>
                    <a:off x="96723" y="55659"/>
                    <a:ext cx="975613" cy="968095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  <p:sp>
              <p:nvSpPr>
                <p:cNvPr id="2669" name="Line"/>
                <p:cNvSpPr/>
                <p:nvPr/>
              </p:nvSpPr>
              <p:spPr>
                <a:xfrm>
                  <a:off x="667222" y="1493488"/>
                  <a:ext cx="638380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0" name="Line"/>
                <p:cNvSpPr/>
                <p:nvPr/>
              </p:nvSpPr>
              <p:spPr>
                <a:xfrm>
                  <a:off x="1302444" y="1398949"/>
                  <a:ext cx="219059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1" name="Line"/>
                <p:cNvSpPr/>
                <p:nvPr/>
              </p:nvSpPr>
              <p:spPr>
                <a:xfrm>
                  <a:off x="1302444" y="1398949"/>
                  <a:ext cx="1" cy="9945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2" name="Line"/>
                <p:cNvSpPr/>
                <p:nvPr/>
              </p:nvSpPr>
              <p:spPr>
                <a:xfrm>
                  <a:off x="1294883" y="868017"/>
                  <a:ext cx="723821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3" name="Line"/>
                <p:cNvSpPr/>
                <p:nvPr/>
              </p:nvSpPr>
              <p:spPr>
                <a:xfrm>
                  <a:off x="1302444" y="868403"/>
                  <a:ext cx="1" cy="247322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4" name="Line"/>
                <p:cNvSpPr/>
                <p:nvPr/>
              </p:nvSpPr>
              <p:spPr>
                <a:xfrm>
                  <a:off x="1302444" y="1117141"/>
                  <a:ext cx="219059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5" name="Line"/>
                <p:cNvSpPr/>
                <p:nvPr/>
              </p:nvSpPr>
              <p:spPr>
                <a:xfrm>
                  <a:off x="2021587" y="744356"/>
                  <a:ext cx="1" cy="118530"/>
                </a:xfrm>
                <a:prstGeom prst="line">
                  <a:avLst/>
                </a:prstGeom>
                <a:noFill/>
                <a:ln w="12700" cap="flat">
                  <a:solidFill>
                    <a:schemeClr val="accent3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6" name="Line"/>
                <p:cNvSpPr/>
                <p:nvPr/>
              </p:nvSpPr>
              <p:spPr>
                <a:xfrm>
                  <a:off x="2242004" y="1244435"/>
                  <a:ext cx="401889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  <a:head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7" name="Line"/>
                <p:cNvSpPr/>
                <p:nvPr/>
              </p:nvSpPr>
              <p:spPr>
                <a:xfrm flipV="1">
                  <a:off x="2021587" y="1748357"/>
                  <a:ext cx="1" cy="235244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  <a:head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8" name="Line"/>
                <p:cNvSpPr/>
                <p:nvPr/>
              </p:nvSpPr>
              <p:spPr>
                <a:xfrm>
                  <a:off x="2019772" y="1758763"/>
                  <a:ext cx="638381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79" name="Line"/>
                <p:cNvSpPr/>
                <p:nvPr/>
              </p:nvSpPr>
              <p:spPr>
                <a:xfrm>
                  <a:off x="2640453" y="1241979"/>
                  <a:ext cx="1" cy="512100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80" name="Line"/>
                <p:cNvSpPr/>
                <p:nvPr/>
              </p:nvSpPr>
              <p:spPr>
                <a:xfrm flipV="1">
                  <a:off x="2021587" y="1957437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81" name="Line"/>
                <p:cNvSpPr/>
                <p:nvPr/>
              </p:nvSpPr>
              <p:spPr>
                <a:xfrm flipH="1">
                  <a:off x="536965" y="2587263"/>
                  <a:ext cx="2728192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82" name="SB"/>
                <p:cNvSpPr/>
                <p:nvPr/>
              </p:nvSpPr>
              <p:spPr>
                <a:xfrm>
                  <a:off x="3208423" y="2194071"/>
                  <a:ext cx="525377" cy="508230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1200"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:r>
                    <a:t>SB</a:t>
                  </a:r>
                </a:p>
              </p:txBody>
            </p:sp>
            <p:grpSp>
              <p:nvGrpSpPr>
                <p:cNvPr id="2685" name="Group"/>
                <p:cNvGrpSpPr/>
                <p:nvPr/>
              </p:nvGrpSpPr>
              <p:grpSpPr>
                <a:xfrm>
                  <a:off x="1272286" y="3092977"/>
                  <a:ext cx="1270001" cy="1023754"/>
                  <a:chOff x="0" y="0"/>
                  <a:chExt cx="1270000" cy="1023753"/>
                </a:xfrm>
              </p:grpSpPr>
              <p:sp>
                <p:nvSpPr>
                  <p:cNvPr id="2683" name="Rectangle"/>
                  <p:cNvSpPr/>
                  <p:nvPr/>
                </p:nvSpPr>
                <p:spPr>
                  <a:xfrm>
                    <a:off x="0" y="30764"/>
                    <a:ext cx="1270000" cy="871332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3200">
                        <a:solidFill>
                          <a:srgbClr val="FFFFFF"/>
                        </a:solidFill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pic>
                <p:nvPicPr>
                  <p:cNvPr id="2684" name="logic_gates-2.svg" descr="logic_gates-2.svg"/>
                  <p:cNvPicPr>
                    <a:picLocks noChangeAspect="1"/>
                  </p:cNvPicPr>
                  <p:nvPr/>
                </p:nvPicPr>
                <p:blipFill>
                  <a:blip r:embed="rId2">
                    <a:extLst/>
                  </a:blip>
                  <a:srcRect l="49966" t="55615" r="30235" b="150"/>
                  <a:stretch>
                    <a:fillRect/>
                  </a:stretch>
                </p:blipFill>
                <p:spPr>
                  <a:xfrm>
                    <a:off x="96723" y="0"/>
                    <a:ext cx="975613" cy="1023754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  <p:sp>
              <p:nvSpPr>
                <p:cNvPr id="2686" name="Line"/>
                <p:cNvSpPr/>
                <p:nvPr/>
              </p:nvSpPr>
              <p:spPr>
                <a:xfrm>
                  <a:off x="725554" y="3392008"/>
                  <a:ext cx="929785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87" name="Line"/>
                <p:cNvSpPr/>
                <p:nvPr/>
              </p:nvSpPr>
              <p:spPr>
                <a:xfrm>
                  <a:off x="2226614" y="3468074"/>
                  <a:ext cx="794867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2690" name="Group"/>
                <p:cNvGrpSpPr/>
                <p:nvPr/>
              </p:nvGrpSpPr>
              <p:grpSpPr>
                <a:xfrm>
                  <a:off x="4484270" y="3122133"/>
                  <a:ext cx="1270001" cy="994598"/>
                  <a:chOff x="0" y="29156"/>
                  <a:chExt cx="1270000" cy="994596"/>
                </a:xfrm>
              </p:grpSpPr>
              <p:sp>
                <p:nvSpPr>
                  <p:cNvPr id="2688" name="Rectangle"/>
                  <p:cNvSpPr/>
                  <p:nvPr/>
                </p:nvSpPr>
                <p:spPr>
                  <a:xfrm>
                    <a:off x="0" y="30764"/>
                    <a:ext cx="1270000" cy="871332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3200">
                        <a:solidFill>
                          <a:srgbClr val="FFFFFF"/>
                        </a:solidFill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pPr>
                  </a:p>
                </p:txBody>
              </p:sp>
              <p:pic>
                <p:nvPicPr>
                  <p:cNvPr id="2689" name="logic_gates-2.svg" descr="logic_gates-2.svg"/>
                  <p:cNvPicPr>
                    <a:picLocks noChangeAspect="1"/>
                  </p:cNvPicPr>
                  <p:nvPr/>
                </p:nvPicPr>
                <p:blipFill>
                  <a:blip r:embed="rId2">
                    <a:extLst/>
                  </a:blip>
                  <a:srcRect l="75295" t="0" r="4906" b="57025"/>
                  <a:stretch>
                    <a:fillRect/>
                  </a:stretch>
                </p:blipFill>
                <p:spPr>
                  <a:xfrm>
                    <a:off x="96723" y="29156"/>
                    <a:ext cx="975613" cy="994598"/>
                  </a:xfrm>
                  <a:prstGeom prst="rect">
                    <a:avLst/>
                  </a:prstGeom>
                  <a:ln w="12700" cap="flat">
                    <a:noFill/>
                    <a:miter lim="400000"/>
                  </a:ln>
                  <a:effectLst/>
                </p:spPr>
              </p:pic>
            </p:grpSp>
            <p:sp>
              <p:nvSpPr>
                <p:cNvPr id="2691" name="Line"/>
                <p:cNvSpPr/>
                <p:nvPr/>
              </p:nvSpPr>
              <p:spPr>
                <a:xfrm>
                  <a:off x="4216327" y="3604853"/>
                  <a:ext cx="565815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2" name="Line"/>
                <p:cNvSpPr/>
                <p:nvPr/>
              </p:nvSpPr>
              <p:spPr>
                <a:xfrm>
                  <a:off x="3914805" y="3392008"/>
                  <a:ext cx="304394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3" name="Line"/>
                <p:cNvSpPr/>
                <p:nvPr/>
              </p:nvSpPr>
              <p:spPr>
                <a:xfrm>
                  <a:off x="4218604" y="3391415"/>
                  <a:ext cx="1" cy="212280"/>
                </a:xfrm>
                <a:prstGeom prst="line">
                  <a:avLst/>
                </a:prstGeom>
                <a:noFill/>
                <a:ln w="12700" cap="flat">
                  <a:solidFill>
                    <a:schemeClr val="accent6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4" name="Line"/>
                <p:cNvSpPr/>
                <p:nvPr/>
              </p:nvSpPr>
              <p:spPr>
                <a:xfrm>
                  <a:off x="4409992" y="3120210"/>
                  <a:ext cx="757669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5" name="Line"/>
                <p:cNvSpPr/>
                <p:nvPr/>
              </p:nvSpPr>
              <p:spPr>
                <a:xfrm>
                  <a:off x="4417115" y="3124997"/>
                  <a:ext cx="1" cy="230637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6" name="Line"/>
                <p:cNvSpPr/>
                <p:nvPr/>
              </p:nvSpPr>
              <p:spPr>
                <a:xfrm flipH="1">
                  <a:off x="4417936" y="3349831"/>
                  <a:ext cx="350483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  <a:head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7" name="Line"/>
                <p:cNvSpPr/>
                <p:nvPr/>
              </p:nvSpPr>
              <p:spPr>
                <a:xfrm>
                  <a:off x="5169590" y="2899572"/>
                  <a:ext cx="1" cy="230636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2698" name="Line"/>
                <p:cNvSpPr/>
                <p:nvPr/>
              </p:nvSpPr>
              <p:spPr>
                <a:xfrm>
                  <a:off x="5496388" y="3468074"/>
                  <a:ext cx="708000" cy="1"/>
                </a:xfrm>
                <a:prstGeom prst="line">
                  <a:avLst/>
                </a:prstGeom>
                <a:noFill/>
                <a:ln w="12700" cap="flat">
                  <a:solidFill>
                    <a:schemeClr val="accent4">
                      <a:hueOff val="-1247790"/>
                      <a:lumOff val="-12326"/>
                    </a:schemeClr>
                  </a:solidFill>
                  <a:prstDash val="solid"/>
                  <a:miter lim="400000"/>
                  <a:head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</p:grpSp>
        <p:sp>
          <p:nvSpPr>
            <p:cNvPr id="2701" name="Rectangle"/>
            <p:cNvSpPr/>
            <p:nvPr/>
          </p:nvSpPr>
          <p:spPr>
            <a:xfrm>
              <a:off x="1363162" y="1194411"/>
              <a:ext cx="20432394" cy="9771484"/>
            </a:xfrm>
            <a:prstGeom prst="rect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02" name="I/O"/>
            <p:cNvSpPr txBox="1"/>
            <p:nvPr/>
          </p:nvSpPr>
          <p:spPr>
            <a:xfrm>
              <a:off x="3135152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3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3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3" name="I/O"/>
            <p:cNvSpPr txBox="1"/>
            <p:nvPr/>
          </p:nvSpPr>
          <p:spPr>
            <a:xfrm>
              <a:off x="12800672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4" name="I/O"/>
            <p:cNvSpPr txBox="1"/>
            <p:nvPr/>
          </p:nvSpPr>
          <p:spPr>
            <a:xfrm>
              <a:off x="19244349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5" name="I/O"/>
            <p:cNvSpPr txBox="1"/>
            <p:nvPr/>
          </p:nvSpPr>
          <p:spPr>
            <a:xfrm>
              <a:off x="6356991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6" name="I/O"/>
            <p:cNvSpPr txBox="1"/>
            <p:nvPr/>
          </p:nvSpPr>
          <p:spPr>
            <a:xfrm>
              <a:off x="9578831" y="0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7" name="I/O"/>
            <p:cNvSpPr txBox="1"/>
            <p:nvPr/>
          </p:nvSpPr>
          <p:spPr>
            <a:xfrm>
              <a:off x="16022510" y="37281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8" name="I/O"/>
            <p:cNvSpPr txBox="1"/>
            <p:nvPr/>
          </p:nvSpPr>
          <p:spPr>
            <a:xfrm>
              <a:off x="3030120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09" name="I/O"/>
            <p:cNvSpPr txBox="1"/>
            <p:nvPr/>
          </p:nvSpPr>
          <p:spPr>
            <a:xfrm>
              <a:off x="12695639" y="11301074"/>
              <a:ext cx="989281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0" name="I/O"/>
            <p:cNvSpPr txBox="1"/>
            <p:nvPr/>
          </p:nvSpPr>
          <p:spPr>
            <a:xfrm>
              <a:off x="19139317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1" name="I/O"/>
            <p:cNvSpPr txBox="1"/>
            <p:nvPr/>
          </p:nvSpPr>
          <p:spPr>
            <a:xfrm>
              <a:off x="6251959" y="11301074"/>
              <a:ext cx="989281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2" name="I/O"/>
            <p:cNvSpPr txBox="1"/>
            <p:nvPr/>
          </p:nvSpPr>
          <p:spPr>
            <a:xfrm>
              <a:off x="9473800" y="11263793"/>
              <a:ext cx="989280" cy="859233"/>
            </a:xfrm>
            <a:prstGeom prst="rect">
              <a:avLst/>
            </a:prstGeom>
            <a:noFill/>
            <a:ln w="508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4">
                      <a:hueOff val="-1247790"/>
                      <a:lumOff val="-12326"/>
                    </a:schemeClr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3" name="I/O"/>
            <p:cNvSpPr txBox="1"/>
            <p:nvPr/>
          </p:nvSpPr>
          <p:spPr>
            <a:xfrm>
              <a:off x="15917478" y="11301074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4" name="I/O"/>
            <p:cNvSpPr txBox="1"/>
            <p:nvPr/>
          </p:nvSpPr>
          <p:spPr>
            <a:xfrm>
              <a:off x="0" y="2370340"/>
              <a:ext cx="989280" cy="859233"/>
            </a:xfrm>
            <a:prstGeom prst="rect">
              <a:avLst/>
            </a:prstGeom>
            <a:noFill/>
            <a:ln w="50800" cap="flat">
              <a:solidFill>
                <a:schemeClr val="accent3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3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5" name="I/O"/>
            <p:cNvSpPr txBox="1"/>
            <p:nvPr/>
          </p:nvSpPr>
          <p:spPr>
            <a:xfrm>
              <a:off x="0" y="4586056"/>
              <a:ext cx="989280" cy="859232"/>
            </a:xfrm>
            <a:prstGeom prst="rect">
              <a:avLst/>
            </a:prstGeom>
            <a:noFill/>
            <a:ln w="50800" cap="flat">
              <a:solidFill>
                <a:schemeClr val="accent6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6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6" name="I/O"/>
            <p:cNvSpPr txBox="1"/>
            <p:nvPr/>
          </p:nvSpPr>
          <p:spPr>
            <a:xfrm>
              <a:off x="0" y="6801772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7" name="I/O"/>
            <p:cNvSpPr txBox="1"/>
            <p:nvPr/>
          </p:nvSpPr>
          <p:spPr>
            <a:xfrm>
              <a:off x="0" y="9017489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8" name="I/O"/>
            <p:cNvSpPr txBox="1"/>
            <p:nvPr/>
          </p:nvSpPr>
          <p:spPr>
            <a:xfrm>
              <a:off x="22169437" y="2326963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19" name="I/O"/>
            <p:cNvSpPr txBox="1"/>
            <p:nvPr/>
          </p:nvSpPr>
          <p:spPr>
            <a:xfrm>
              <a:off x="22169437" y="4542678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20" name="I/O"/>
            <p:cNvSpPr txBox="1"/>
            <p:nvPr/>
          </p:nvSpPr>
          <p:spPr>
            <a:xfrm>
              <a:off x="22169437" y="6758394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21" name="I/O"/>
            <p:cNvSpPr txBox="1"/>
            <p:nvPr/>
          </p:nvSpPr>
          <p:spPr>
            <a:xfrm>
              <a:off x="22169437" y="8974111"/>
              <a:ext cx="989280" cy="859232"/>
            </a:xfrm>
            <a:prstGeom prst="rect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pPr/>
              <a:r>
                <a:t>I/O</a:t>
              </a:r>
            </a:p>
          </p:txBody>
        </p:sp>
        <p:sp>
          <p:nvSpPr>
            <p:cNvPr id="2722" name="Line"/>
            <p:cNvSpPr/>
            <p:nvPr/>
          </p:nvSpPr>
          <p:spPr>
            <a:xfrm flipV="1">
              <a:off x="362911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3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3" name="Line"/>
            <p:cNvSpPr/>
            <p:nvPr/>
          </p:nvSpPr>
          <p:spPr>
            <a:xfrm flipV="1">
              <a:off x="6851342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4" name="Line"/>
            <p:cNvSpPr/>
            <p:nvPr/>
          </p:nvSpPr>
          <p:spPr>
            <a:xfrm flipV="1">
              <a:off x="10073181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5" name="Line"/>
            <p:cNvSpPr/>
            <p:nvPr/>
          </p:nvSpPr>
          <p:spPr>
            <a:xfrm flipV="1">
              <a:off x="1329502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6" name="Line"/>
            <p:cNvSpPr/>
            <p:nvPr/>
          </p:nvSpPr>
          <p:spPr>
            <a:xfrm flipV="1">
              <a:off x="16516860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7" name="Line"/>
            <p:cNvSpPr/>
            <p:nvPr/>
          </p:nvSpPr>
          <p:spPr>
            <a:xfrm flipV="1">
              <a:off x="19738699" y="873141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8" name="Line"/>
            <p:cNvSpPr/>
            <p:nvPr/>
          </p:nvSpPr>
          <p:spPr>
            <a:xfrm flipV="1">
              <a:off x="3524274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29" name="Line"/>
            <p:cNvSpPr/>
            <p:nvPr/>
          </p:nvSpPr>
          <p:spPr>
            <a:xfrm flipV="1">
              <a:off x="674650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0" name="Line"/>
            <p:cNvSpPr/>
            <p:nvPr/>
          </p:nvSpPr>
          <p:spPr>
            <a:xfrm flipV="1">
              <a:off x="996834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1" name="Line"/>
            <p:cNvSpPr/>
            <p:nvPr/>
          </p:nvSpPr>
          <p:spPr>
            <a:xfrm flipV="1">
              <a:off x="1319018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2" name="Line"/>
            <p:cNvSpPr/>
            <p:nvPr/>
          </p:nvSpPr>
          <p:spPr>
            <a:xfrm flipV="1">
              <a:off x="16412025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3" name="Line"/>
            <p:cNvSpPr/>
            <p:nvPr/>
          </p:nvSpPr>
          <p:spPr>
            <a:xfrm flipV="1">
              <a:off x="19633864" y="10963379"/>
              <a:ext cx="580" cy="32378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4" name="Line"/>
            <p:cNvSpPr/>
            <p:nvPr/>
          </p:nvSpPr>
          <p:spPr>
            <a:xfrm>
              <a:off x="995093" y="9447104"/>
              <a:ext cx="388655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5" name="Line"/>
            <p:cNvSpPr/>
            <p:nvPr/>
          </p:nvSpPr>
          <p:spPr>
            <a:xfrm>
              <a:off x="995093" y="7231388"/>
              <a:ext cx="388655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6" name="Line"/>
            <p:cNvSpPr/>
            <p:nvPr/>
          </p:nvSpPr>
          <p:spPr>
            <a:xfrm>
              <a:off x="995093" y="5015672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6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7" name="Line"/>
            <p:cNvSpPr/>
            <p:nvPr/>
          </p:nvSpPr>
          <p:spPr>
            <a:xfrm>
              <a:off x="995093" y="2799956"/>
              <a:ext cx="388655" cy="1"/>
            </a:xfrm>
            <a:prstGeom prst="line">
              <a:avLst/>
            </a:prstGeom>
            <a:noFill/>
            <a:ln w="38100" cap="flat">
              <a:solidFill>
                <a:schemeClr val="accent3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8" name="Line"/>
            <p:cNvSpPr/>
            <p:nvPr/>
          </p:nvSpPr>
          <p:spPr>
            <a:xfrm>
              <a:off x="21793548" y="9399082"/>
              <a:ext cx="388656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39" name="Line"/>
            <p:cNvSpPr/>
            <p:nvPr/>
          </p:nvSpPr>
          <p:spPr>
            <a:xfrm>
              <a:off x="21793548" y="7183365"/>
              <a:ext cx="388656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0" name="Line"/>
            <p:cNvSpPr/>
            <p:nvPr/>
          </p:nvSpPr>
          <p:spPr>
            <a:xfrm>
              <a:off x="21793548" y="4967649"/>
              <a:ext cx="388656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1" name="Line"/>
            <p:cNvSpPr/>
            <p:nvPr/>
          </p:nvSpPr>
          <p:spPr>
            <a:xfrm>
              <a:off x="21793548" y="2751934"/>
              <a:ext cx="388656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mph" nodeType="clickEffect" presetSubtype="0" presetID="6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" fill="hold"/>
                                        <p:tgtEl>
                                          <p:spTgt spid="2742"/>
                                        </p:tgtEl>
                                      </p:cBhvr>
                                      <p:by x="350000" y="3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1.162063 1.051512" origin="layout" pathEditMode="relative">
                                      <p:cBhvr>
                                        <p:cTn id="9" dur="600" fill="hold"/>
                                        <p:tgtEl>
                                          <p:spTgt spid="2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path" nodeType="click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1.162063 1.051512 L 1.159838 0.345064" origin="layout" pathEditMode="relative">
                                      <p:cBhvr>
                                        <p:cTn id="13" dur="1000" fill="hold"/>
                                        <p:tgtEl>
                                          <p:spTgt spid="2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mph" nodeType="clickEffect" presetSubtype="0" presetID="6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2742"/>
                                        </p:tgtEl>
                                      </p:cBhvr>
                                      <p:by x="54285" y="54285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path" nodeType="withEffect" presetSubtype="0" presetID="-1" grpId="5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1.159838 0.345064 L 0.466037 0.334030" origin="layout" pathEditMode="relative">
                                      <p:cBhvr>
                                        <p:cTn id="20" dur="1000" fill="hold"/>
                                        <p:tgtEl>
                                          <p:spTgt spid="2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path" nodeType="clickEffect" presetSubtype="0" presetID="-1" grpId="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466037 0.334030 L 0.458474 -0.423614" origin="layout" pathEditMode="relative">
                                      <p:cBhvr>
                                        <p:cTn id="24" dur="1000" fill="hold"/>
                                        <p:tgtEl>
                                          <p:spTgt spid="2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mph" nodeType="clickEffect" presetSubtype="0" presetID="6" grpId="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0" fill="hold"/>
                                        <p:tgtEl>
                                          <p:spTgt spid="2742"/>
                                        </p:tgtEl>
                                      </p:cBhvr>
                                      <p:by x="52631" y="52631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path" nodeType="withEffect" presetSubtype="0" presetID="-1" grpId="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458474 -0.423614 L 0.010958 -0.003477" origin="layout" pathEditMode="relative">
                                      <p:cBhvr>
                                        <p:cTn id="31" dur="1000" fill="hold"/>
                                        <p:tgtEl>
                                          <p:spTgt spid="2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42" grpId="4"/>
      <p:bldP build="whole" bldLvl="1" animBg="1" rev="0" advAuto="0" spid="2742" grpId="7"/>
      <p:bldP build="whole" bldLvl="1" animBg="1" rev="0" advAuto="0" spid="274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2" name="Group"/>
          <p:cNvGrpSpPr/>
          <p:nvPr/>
        </p:nvGrpSpPr>
        <p:grpSpPr>
          <a:xfrm>
            <a:off x="2340336" y="2238285"/>
            <a:ext cx="3733801" cy="2702301"/>
            <a:chOff x="0" y="0"/>
            <a:chExt cx="3733799" cy="2702300"/>
          </a:xfrm>
        </p:grpSpPr>
        <p:sp>
          <p:nvSpPr>
            <p:cNvPr id="2744" name="Line"/>
            <p:cNvSpPr/>
            <p:nvPr/>
          </p:nvSpPr>
          <p:spPr>
            <a:xfrm flipV="1">
              <a:off x="3332034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5" name="Line"/>
            <p:cNvSpPr/>
            <p:nvPr/>
          </p:nvSpPr>
          <p:spPr>
            <a:xfrm flipV="1">
              <a:off x="3424752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6" name="Line"/>
            <p:cNvSpPr/>
            <p:nvPr/>
          </p:nvSpPr>
          <p:spPr>
            <a:xfrm flipV="1">
              <a:off x="3517471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7" name="Line"/>
            <p:cNvSpPr/>
            <p:nvPr/>
          </p:nvSpPr>
          <p:spPr>
            <a:xfrm flipV="1">
              <a:off x="3610190" y="45708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48" name="Rectangle"/>
            <p:cNvSpPr/>
            <p:nvPr/>
          </p:nvSpPr>
          <p:spPr>
            <a:xfrm>
              <a:off x="722144" y="721476"/>
              <a:ext cx="2293236" cy="12349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49" name="Line"/>
            <p:cNvSpPr/>
            <p:nvPr/>
          </p:nvSpPr>
          <p:spPr>
            <a:xfrm>
              <a:off x="3014654" y="119716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0" name="Line"/>
            <p:cNvSpPr/>
            <p:nvPr/>
          </p:nvSpPr>
          <p:spPr>
            <a:xfrm>
              <a:off x="3010302" y="1291704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1" name="Line"/>
            <p:cNvSpPr/>
            <p:nvPr/>
          </p:nvSpPr>
          <p:spPr>
            <a:xfrm>
              <a:off x="3010302" y="1386243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2" name="Line"/>
            <p:cNvSpPr/>
            <p:nvPr/>
          </p:nvSpPr>
          <p:spPr>
            <a:xfrm>
              <a:off x="3012158" y="1480782"/>
              <a:ext cx="600280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3" name="Line"/>
            <p:cNvSpPr/>
            <p:nvPr/>
          </p:nvSpPr>
          <p:spPr>
            <a:xfrm>
              <a:off x="403720" y="120987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4" name="Line"/>
            <p:cNvSpPr/>
            <p:nvPr/>
          </p:nvSpPr>
          <p:spPr>
            <a:xfrm>
              <a:off x="308693" y="1304410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5" name="Line"/>
            <p:cNvSpPr/>
            <p:nvPr/>
          </p:nvSpPr>
          <p:spPr>
            <a:xfrm>
              <a:off x="219748" y="139894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6" name="Line"/>
            <p:cNvSpPr/>
            <p:nvPr/>
          </p:nvSpPr>
          <p:spPr>
            <a:xfrm>
              <a:off x="122266" y="1493488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7" name="Line"/>
            <p:cNvSpPr/>
            <p:nvPr/>
          </p:nvSpPr>
          <p:spPr>
            <a:xfrm flipH="1" flipV="1">
              <a:off x="494401" y="368840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8" name="Line"/>
            <p:cNvSpPr/>
            <p:nvPr/>
          </p:nvSpPr>
          <p:spPr>
            <a:xfrm flipH="1" flipV="1">
              <a:off x="494401" y="276122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59" name="Line"/>
            <p:cNvSpPr/>
            <p:nvPr/>
          </p:nvSpPr>
          <p:spPr>
            <a:xfrm flipH="1" flipV="1">
              <a:off x="494401" y="183403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0" name="Line"/>
            <p:cNvSpPr/>
            <p:nvPr/>
          </p:nvSpPr>
          <p:spPr>
            <a:xfrm flipH="1" flipV="1">
              <a:off x="494401" y="90684"/>
              <a:ext cx="2708494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1" name="Line"/>
            <p:cNvSpPr/>
            <p:nvPr/>
          </p:nvSpPr>
          <p:spPr>
            <a:xfrm flipH="1">
              <a:off x="494401" y="2587263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2" name="Line"/>
            <p:cNvSpPr/>
            <p:nvPr/>
          </p:nvSpPr>
          <p:spPr>
            <a:xfrm flipH="1">
              <a:off x="494401" y="2494545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3" name="Line"/>
            <p:cNvSpPr/>
            <p:nvPr/>
          </p:nvSpPr>
          <p:spPr>
            <a:xfrm flipH="1">
              <a:off x="494401" y="2401826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4" name="Line"/>
            <p:cNvSpPr/>
            <p:nvPr/>
          </p:nvSpPr>
          <p:spPr>
            <a:xfrm flipH="1">
              <a:off x="494401" y="230910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5" name="Line"/>
            <p:cNvSpPr/>
            <p:nvPr/>
          </p:nvSpPr>
          <p:spPr>
            <a:xfrm>
              <a:off x="1737970" y="386782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6" name="Line"/>
            <p:cNvSpPr/>
            <p:nvPr/>
          </p:nvSpPr>
          <p:spPr>
            <a:xfrm>
              <a:off x="1832509" y="287409"/>
              <a:ext cx="1" cy="43258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7" name="Line"/>
            <p:cNvSpPr/>
            <p:nvPr/>
          </p:nvSpPr>
          <p:spPr>
            <a:xfrm>
              <a:off x="1927048" y="194396"/>
              <a:ext cx="1" cy="5250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8" name="Line"/>
            <p:cNvSpPr/>
            <p:nvPr/>
          </p:nvSpPr>
          <p:spPr>
            <a:xfrm>
              <a:off x="2021587" y="92456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69" name="Line"/>
            <p:cNvSpPr/>
            <p:nvPr/>
          </p:nvSpPr>
          <p:spPr>
            <a:xfrm flipV="1">
              <a:off x="1737970" y="1959730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0" name="Line"/>
            <p:cNvSpPr/>
            <p:nvPr/>
          </p:nvSpPr>
          <p:spPr>
            <a:xfrm flipV="1">
              <a:off x="1832509" y="1959377"/>
              <a:ext cx="1" cy="43258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1" name="Line"/>
            <p:cNvSpPr/>
            <p:nvPr/>
          </p:nvSpPr>
          <p:spPr>
            <a:xfrm flipV="1">
              <a:off x="1927048" y="1959948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2" name="Line"/>
            <p:cNvSpPr/>
            <p:nvPr/>
          </p:nvSpPr>
          <p:spPr>
            <a:xfrm flipV="1">
              <a:off x="2021587" y="1957437"/>
              <a:ext cx="1" cy="62947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3" name="Line"/>
            <p:cNvSpPr/>
            <p:nvPr/>
          </p:nvSpPr>
          <p:spPr>
            <a:xfrm flipV="1">
              <a:off x="123610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4" name="Line"/>
            <p:cNvSpPr/>
            <p:nvPr/>
          </p:nvSpPr>
          <p:spPr>
            <a:xfrm flipV="1">
              <a:off x="216328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5" name="Line"/>
            <p:cNvSpPr/>
            <p:nvPr/>
          </p:nvSpPr>
          <p:spPr>
            <a:xfrm flipV="1">
              <a:off x="309047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6" name="Line"/>
            <p:cNvSpPr/>
            <p:nvPr/>
          </p:nvSpPr>
          <p:spPr>
            <a:xfrm flipV="1">
              <a:off x="401766" y="46979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77" name="SB"/>
            <p:cNvSpPr/>
            <p:nvPr/>
          </p:nvSpPr>
          <p:spPr>
            <a:xfrm>
              <a:off x="3208423" y="0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778" name="SB"/>
            <p:cNvSpPr/>
            <p:nvPr/>
          </p:nvSpPr>
          <p:spPr>
            <a:xfrm>
              <a:off x="25758" y="0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779" name="SB"/>
            <p:cNvSpPr/>
            <p:nvPr/>
          </p:nvSpPr>
          <p:spPr>
            <a:xfrm>
              <a:off x="0" y="2194071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780" name="CLB"/>
            <p:cNvSpPr txBox="1"/>
            <p:nvPr/>
          </p:nvSpPr>
          <p:spPr>
            <a:xfrm>
              <a:off x="1435798" y="1077084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2781" name="SB"/>
            <p:cNvSpPr/>
            <p:nvPr/>
          </p:nvSpPr>
          <p:spPr>
            <a:xfrm>
              <a:off x="3208423" y="2194071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</p:grpSp>
      <p:grpSp>
        <p:nvGrpSpPr>
          <p:cNvPr id="3483" name="Group"/>
          <p:cNvGrpSpPr/>
          <p:nvPr/>
        </p:nvGrpSpPr>
        <p:grpSpPr>
          <a:xfrm>
            <a:off x="2278014" y="2238285"/>
            <a:ext cx="19827972" cy="9239430"/>
            <a:chOff x="0" y="0"/>
            <a:chExt cx="19827970" cy="9239429"/>
          </a:xfrm>
        </p:grpSpPr>
        <p:sp>
          <p:nvSpPr>
            <p:cNvPr id="2783" name="Line"/>
            <p:cNvSpPr/>
            <p:nvPr/>
          </p:nvSpPr>
          <p:spPr>
            <a:xfrm flipV="1">
              <a:off x="135579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4" name="Line"/>
            <p:cNvSpPr/>
            <p:nvPr/>
          </p:nvSpPr>
          <p:spPr>
            <a:xfrm flipV="1">
              <a:off x="228297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5" name="Line"/>
            <p:cNvSpPr/>
            <p:nvPr/>
          </p:nvSpPr>
          <p:spPr>
            <a:xfrm flipV="1">
              <a:off x="321016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6" name="Line"/>
            <p:cNvSpPr/>
            <p:nvPr/>
          </p:nvSpPr>
          <p:spPr>
            <a:xfrm flipV="1">
              <a:off x="413735" y="482914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7" name="Line"/>
            <p:cNvSpPr/>
            <p:nvPr/>
          </p:nvSpPr>
          <p:spPr>
            <a:xfrm flipV="1">
              <a:off x="3344002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8" name="Line"/>
            <p:cNvSpPr/>
            <p:nvPr/>
          </p:nvSpPr>
          <p:spPr>
            <a:xfrm flipV="1">
              <a:off x="3436721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89" name="Line"/>
            <p:cNvSpPr/>
            <p:nvPr/>
          </p:nvSpPr>
          <p:spPr>
            <a:xfrm flipV="1">
              <a:off x="3529440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0" name="Line"/>
            <p:cNvSpPr/>
            <p:nvPr/>
          </p:nvSpPr>
          <p:spPr>
            <a:xfrm flipV="1">
              <a:off x="3622158" y="4816438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1" name="Line"/>
            <p:cNvSpPr/>
            <p:nvPr/>
          </p:nvSpPr>
          <p:spPr>
            <a:xfrm flipV="1">
              <a:off x="3332034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2" name="Line"/>
            <p:cNvSpPr/>
            <p:nvPr/>
          </p:nvSpPr>
          <p:spPr>
            <a:xfrm flipV="1">
              <a:off x="3424752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3" name="Line"/>
            <p:cNvSpPr/>
            <p:nvPr/>
          </p:nvSpPr>
          <p:spPr>
            <a:xfrm flipV="1">
              <a:off x="3517471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4" name="Line"/>
            <p:cNvSpPr/>
            <p:nvPr/>
          </p:nvSpPr>
          <p:spPr>
            <a:xfrm flipV="1">
              <a:off x="3610190" y="6994215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5" name="Line"/>
            <p:cNvSpPr/>
            <p:nvPr/>
          </p:nvSpPr>
          <p:spPr>
            <a:xfrm flipV="1">
              <a:off x="123610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6" name="Line"/>
            <p:cNvSpPr/>
            <p:nvPr/>
          </p:nvSpPr>
          <p:spPr>
            <a:xfrm flipV="1">
              <a:off x="216328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7" name="Line"/>
            <p:cNvSpPr/>
            <p:nvPr/>
          </p:nvSpPr>
          <p:spPr>
            <a:xfrm flipV="1">
              <a:off x="309047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8" name="Line"/>
            <p:cNvSpPr/>
            <p:nvPr/>
          </p:nvSpPr>
          <p:spPr>
            <a:xfrm flipV="1">
              <a:off x="401766" y="700692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799" name="Line"/>
            <p:cNvSpPr/>
            <p:nvPr/>
          </p:nvSpPr>
          <p:spPr>
            <a:xfrm flipV="1">
              <a:off x="169969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0" name="Line"/>
            <p:cNvSpPr/>
            <p:nvPr/>
          </p:nvSpPr>
          <p:spPr>
            <a:xfrm flipV="1">
              <a:off x="262687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1" name="Line"/>
            <p:cNvSpPr/>
            <p:nvPr/>
          </p:nvSpPr>
          <p:spPr>
            <a:xfrm flipV="1">
              <a:off x="355406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2" name="Line"/>
            <p:cNvSpPr/>
            <p:nvPr/>
          </p:nvSpPr>
          <p:spPr>
            <a:xfrm flipV="1">
              <a:off x="448125" y="2648867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3" name="Line"/>
            <p:cNvSpPr/>
            <p:nvPr/>
          </p:nvSpPr>
          <p:spPr>
            <a:xfrm flipV="1">
              <a:off x="3378393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4" name="Line"/>
            <p:cNvSpPr/>
            <p:nvPr/>
          </p:nvSpPr>
          <p:spPr>
            <a:xfrm flipV="1">
              <a:off x="3471111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5" name="Line"/>
            <p:cNvSpPr/>
            <p:nvPr/>
          </p:nvSpPr>
          <p:spPr>
            <a:xfrm flipV="1">
              <a:off x="3563830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6" name="Line"/>
            <p:cNvSpPr/>
            <p:nvPr/>
          </p:nvSpPr>
          <p:spPr>
            <a:xfrm flipV="1">
              <a:off x="3656548" y="2636161"/>
              <a:ext cx="1" cy="176377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7" name="Rectangle"/>
            <p:cNvSpPr/>
            <p:nvPr/>
          </p:nvSpPr>
          <p:spPr>
            <a:xfrm>
              <a:off x="768503" y="2900552"/>
              <a:ext cx="2293236" cy="12349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08" name="Line"/>
            <p:cNvSpPr/>
            <p:nvPr/>
          </p:nvSpPr>
          <p:spPr>
            <a:xfrm>
              <a:off x="3061013" y="337624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09" name="Line"/>
            <p:cNvSpPr/>
            <p:nvPr/>
          </p:nvSpPr>
          <p:spPr>
            <a:xfrm>
              <a:off x="3056661" y="3470780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0" name="Line"/>
            <p:cNvSpPr/>
            <p:nvPr/>
          </p:nvSpPr>
          <p:spPr>
            <a:xfrm>
              <a:off x="3056661" y="356531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1" name="Line"/>
            <p:cNvSpPr/>
            <p:nvPr/>
          </p:nvSpPr>
          <p:spPr>
            <a:xfrm>
              <a:off x="3058516" y="3659859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2" name="Line"/>
            <p:cNvSpPr/>
            <p:nvPr/>
          </p:nvSpPr>
          <p:spPr>
            <a:xfrm>
              <a:off x="450079" y="3388947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3" name="Line"/>
            <p:cNvSpPr/>
            <p:nvPr/>
          </p:nvSpPr>
          <p:spPr>
            <a:xfrm>
              <a:off x="355051" y="3483486"/>
              <a:ext cx="41199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4" name="Line"/>
            <p:cNvSpPr/>
            <p:nvPr/>
          </p:nvSpPr>
          <p:spPr>
            <a:xfrm>
              <a:off x="266107" y="3578025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5" name="Line"/>
            <p:cNvSpPr/>
            <p:nvPr/>
          </p:nvSpPr>
          <p:spPr>
            <a:xfrm>
              <a:off x="168625" y="3672564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6" name="Line"/>
            <p:cNvSpPr/>
            <p:nvPr/>
          </p:nvSpPr>
          <p:spPr>
            <a:xfrm flipH="1">
              <a:off x="540760" y="4766340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7" name="Line"/>
            <p:cNvSpPr/>
            <p:nvPr/>
          </p:nvSpPr>
          <p:spPr>
            <a:xfrm flipH="1">
              <a:off x="540760" y="4673620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8" name="Line"/>
            <p:cNvSpPr/>
            <p:nvPr/>
          </p:nvSpPr>
          <p:spPr>
            <a:xfrm flipH="1">
              <a:off x="540760" y="4580902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19" name="Line"/>
            <p:cNvSpPr/>
            <p:nvPr/>
          </p:nvSpPr>
          <p:spPr>
            <a:xfrm flipH="1">
              <a:off x="540760" y="4488184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0" name="Line"/>
            <p:cNvSpPr/>
            <p:nvPr/>
          </p:nvSpPr>
          <p:spPr>
            <a:xfrm flipV="1">
              <a:off x="1784329" y="4138807"/>
              <a:ext cx="1" cy="33285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1" name="Line"/>
            <p:cNvSpPr/>
            <p:nvPr/>
          </p:nvSpPr>
          <p:spPr>
            <a:xfrm flipV="1">
              <a:off x="1878868" y="4138453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2" name="Line"/>
            <p:cNvSpPr/>
            <p:nvPr/>
          </p:nvSpPr>
          <p:spPr>
            <a:xfrm flipV="1">
              <a:off x="1973407" y="4139024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3" name="Line"/>
            <p:cNvSpPr/>
            <p:nvPr/>
          </p:nvSpPr>
          <p:spPr>
            <a:xfrm flipV="1">
              <a:off x="2067946" y="4136513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24" name="SB"/>
            <p:cNvSpPr/>
            <p:nvPr/>
          </p:nvSpPr>
          <p:spPr>
            <a:xfrm>
              <a:off x="46358" y="4373147"/>
              <a:ext cx="525378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825" name="CLB"/>
            <p:cNvSpPr txBox="1"/>
            <p:nvPr/>
          </p:nvSpPr>
          <p:spPr>
            <a:xfrm>
              <a:off x="1482157" y="3256160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2826" name="SB"/>
            <p:cNvSpPr/>
            <p:nvPr/>
          </p:nvSpPr>
          <p:spPr>
            <a:xfrm>
              <a:off x="3254782" y="4373147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2831" name="Group"/>
            <p:cNvGrpSpPr/>
            <p:nvPr/>
          </p:nvGrpSpPr>
          <p:grpSpPr>
            <a:xfrm flipH="1">
              <a:off x="1725091" y="2292524"/>
              <a:ext cx="283618" cy="629476"/>
              <a:chOff x="0" y="19050"/>
              <a:chExt cx="283616" cy="629474"/>
            </a:xfrm>
          </p:grpSpPr>
          <p:sp>
            <p:nvSpPr>
              <p:cNvPr id="2827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28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29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30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2832" name="Rectangle"/>
            <p:cNvSpPr/>
            <p:nvPr/>
          </p:nvSpPr>
          <p:spPr>
            <a:xfrm>
              <a:off x="734113" y="5080830"/>
              <a:ext cx="2293236" cy="12349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33" name="Line"/>
            <p:cNvSpPr/>
            <p:nvPr/>
          </p:nvSpPr>
          <p:spPr>
            <a:xfrm>
              <a:off x="3026623" y="5556518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4" name="Line"/>
            <p:cNvSpPr/>
            <p:nvPr/>
          </p:nvSpPr>
          <p:spPr>
            <a:xfrm>
              <a:off x="3022270" y="5651058"/>
              <a:ext cx="41199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5" name="Line"/>
            <p:cNvSpPr/>
            <p:nvPr/>
          </p:nvSpPr>
          <p:spPr>
            <a:xfrm>
              <a:off x="3022270" y="5745597"/>
              <a:ext cx="5003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6" name="Line"/>
            <p:cNvSpPr/>
            <p:nvPr/>
          </p:nvSpPr>
          <p:spPr>
            <a:xfrm>
              <a:off x="3024126" y="5840136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7" name="Line"/>
            <p:cNvSpPr/>
            <p:nvPr/>
          </p:nvSpPr>
          <p:spPr>
            <a:xfrm>
              <a:off x="415689" y="556922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8" name="Line"/>
            <p:cNvSpPr/>
            <p:nvPr/>
          </p:nvSpPr>
          <p:spPr>
            <a:xfrm>
              <a:off x="320662" y="5663763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39" name="Line"/>
            <p:cNvSpPr/>
            <p:nvPr/>
          </p:nvSpPr>
          <p:spPr>
            <a:xfrm>
              <a:off x="231717" y="5758302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0" name="Line"/>
            <p:cNvSpPr/>
            <p:nvPr/>
          </p:nvSpPr>
          <p:spPr>
            <a:xfrm>
              <a:off x="134235" y="5852841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1" name="Line"/>
            <p:cNvSpPr/>
            <p:nvPr/>
          </p:nvSpPr>
          <p:spPr>
            <a:xfrm flipH="1">
              <a:off x="506370" y="694661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2" name="Line"/>
            <p:cNvSpPr/>
            <p:nvPr/>
          </p:nvSpPr>
          <p:spPr>
            <a:xfrm flipH="1">
              <a:off x="506370" y="685389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3" name="Line"/>
            <p:cNvSpPr/>
            <p:nvPr/>
          </p:nvSpPr>
          <p:spPr>
            <a:xfrm flipH="1">
              <a:off x="506370" y="6761179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4" name="Line"/>
            <p:cNvSpPr/>
            <p:nvPr/>
          </p:nvSpPr>
          <p:spPr>
            <a:xfrm flipH="1">
              <a:off x="506370" y="6668461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5" name="Line"/>
            <p:cNvSpPr/>
            <p:nvPr/>
          </p:nvSpPr>
          <p:spPr>
            <a:xfrm flipV="1">
              <a:off x="1749939" y="6319084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6" name="Line"/>
            <p:cNvSpPr/>
            <p:nvPr/>
          </p:nvSpPr>
          <p:spPr>
            <a:xfrm flipV="1">
              <a:off x="1844478" y="6318730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7" name="Line"/>
            <p:cNvSpPr/>
            <p:nvPr/>
          </p:nvSpPr>
          <p:spPr>
            <a:xfrm flipV="1">
              <a:off x="1939017" y="6319301"/>
              <a:ext cx="1" cy="52502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8" name="Line"/>
            <p:cNvSpPr/>
            <p:nvPr/>
          </p:nvSpPr>
          <p:spPr>
            <a:xfrm flipV="1">
              <a:off x="2033556" y="6316790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49" name="SB"/>
            <p:cNvSpPr/>
            <p:nvPr/>
          </p:nvSpPr>
          <p:spPr>
            <a:xfrm>
              <a:off x="11968" y="6553424"/>
              <a:ext cx="525378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850" name="CLB"/>
            <p:cNvSpPr txBox="1"/>
            <p:nvPr/>
          </p:nvSpPr>
          <p:spPr>
            <a:xfrm>
              <a:off x="1447767" y="5436437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2851" name="SB"/>
            <p:cNvSpPr/>
            <p:nvPr/>
          </p:nvSpPr>
          <p:spPr>
            <a:xfrm>
              <a:off x="3220392" y="6553424"/>
              <a:ext cx="525377" cy="5082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2856" name="Group"/>
            <p:cNvGrpSpPr/>
            <p:nvPr/>
          </p:nvGrpSpPr>
          <p:grpSpPr>
            <a:xfrm flipH="1">
              <a:off x="1690701" y="4472801"/>
              <a:ext cx="283617" cy="629476"/>
              <a:chOff x="0" y="19050"/>
              <a:chExt cx="283616" cy="629474"/>
            </a:xfrm>
          </p:grpSpPr>
          <p:sp>
            <p:nvSpPr>
              <p:cNvPr id="2852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53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54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55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2857" name="Rectangle"/>
            <p:cNvSpPr/>
            <p:nvPr/>
          </p:nvSpPr>
          <p:spPr>
            <a:xfrm>
              <a:off x="722144" y="7258606"/>
              <a:ext cx="2293236" cy="12349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58" name="Line"/>
            <p:cNvSpPr/>
            <p:nvPr/>
          </p:nvSpPr>
          <p:spPr>
            <a:xfrm>
              <a:off x="3014654" y="7734295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59" name="Line"/>
            <p:cNvSpPr/>
            <p:nvPr/>
          </p:nvSpPr>
          <p:spPr>
            <a:xfrm>
              <a:off x="3010302" y="7828834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0" name="Line"/>
            <p:cNvSpPr/>
            <p:nvPr/>
          </p:nvSpPr>
          <p:spPr>
            <a:xfrm>
              <a:off x="3010302" y="7923373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1" name="Line"/>
            <p:cNvSpPr/>
            <p:nvPr/>
          </p:nvSpPr>
          <p:spPr>
            <a:xfrm>
              <a:off x="3012158" y="8017912"/>
              <a:ext cx="600280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2" name="Line"/>
            <p:cNvSpPr/>
            <p:nvPr/>
          </p:nvSpPr>
          <p:spPr>
            <a:xfrm>
              <a:off x="403720" y="7747001"/>
              <a:ext cx="31663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3" name="Line"/>
            <p:cNvSpPr/>
            <p:nvPr/>
          </p:nvSpPr>
          <p:spPr>
            <a:xfrm>
              <a:off x="308693" y="7841539"/>
              <a:ext cx="41199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4" name="Line"/>
            <p:cNvSpPr/>
            <p:nvPr/>
          </p:nvSpPr>
          <p:spPr>
            <a:xfrm>
              <a:off x="219748" y="7936079"/>
              <a:ext cx="5003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5" name="Line"/>
            <p:cNvSpPr/>
            <p:nvPr/>
          </p:nvSpPr>
          <p:spPr>
            <a:xfrm>
              <a:off x="122266" y="8030618"/>
              <a:ext cx="60028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6" name="Line"/>
            <p:cNvSpPr/>
            <p:nvPr/>
          </p:nvSpPr>
          <p:spPr>
            <a:xfrm flipH="1">
              <a:off x="494401" y="9124393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7" name="Line"/>
            <p:cNvSpPr/>
            <p:nvPr/>
          </p:nvSpPr>
          <p:spPr>
            <a:xfrm flipH="1">
              <a:off x="494401" y="9031674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8" name="Line"/>
            <p:cNvSpPr/>
            <p:nvPr/>
          </p:nvSpPr>
          <p:spPr>
            <a:xfrm flipH="1">
              <a:off x="494401" y="8938955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69" name="Line"/>
            <p:cNvSpPr/>
            <p:nvPr/>
          </p:nvSpPr>
          <p:spPr>
            <a:xfrm flipH="1">
              <a:off x="494401" y="8846237"/>
              <a:ext cx="2770756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0" name="Line"/>
            <p:cNvSpPr/>
            <p:nvPr/>
          </p:nvSpPr>
          <p:spPr>
            <a:xfrm flipV="1">
              <a:off x="1737970" y="8496860"/>
              <a:ext cx="1" cy="3328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1" name="Line"/>
            <p:cNvSpPr/>
            <p:nvPr/>
          </p:nvSpPr>
          <p:spPr>
            <a:xfrm flipV="1">
              <a:off x="1832509" y="8496506"/>
              <a:ext cx="1" cy="4325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2" name="Line"/>
            <p:cNvSpPr/>
            <p:nvPr/>
          </p:nvSpPr>
          <p:spPr>
            <a:xfrm flipV="1">
              <a:off x="1927048" y="8497077"/>
              <a:ext cx="1" cy="52502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3" name="Line"/>
            <p:cNvSpPr/>
            <p:nvPr/>
          </p:nvSpPr>
          <p:spPr>
            <a:xfrm flipV="1">
              <a:off x="2021587" y="8494566"/>
              <a:ext cx="1" cy="6294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headEnd type="oval" w="med" len="med"/>
              <a:tail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874" name="SB"/>
            <p:cNvSpPr/>
            <p:nvPr/>
          </p:nvSpPr>
          <p:spPr>
            <a:xfrm>
              <a:off x="0" y="8731201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sp>
          <p:nvSpPr>
            <p:cNvPr id="2875" name="CLB"/>
            <p:cNvSpPr txBox="1"/>
            <p:nvPr/>
          </p:nvSpPr>
          <p:spPr>
            <a:xfrm>
              <a:off x="1435798" y="7614213"/>
              <a:ext cx="86220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/>
              </a:lvl1pPr>
            </a:lstStyle>
            <a:p>
              <a:pPr/>
              <a:r>
                <a:t>CLB</a:t>
              </a:r>
            </a:p>
          </p:txBody>
        </p:sp>
        <p:sp>
          <p:nvSpPr>
            <p:cNvPr id="2876" name="SB"/>
            <p:cNvSpPr/>
            <p:nvPr/>
          </p:nvSpPr>
          <p:spPr>
            <a:xfrm>
              <a:off x="3208423" y="8731201"/>
              <a:ext cx="525377" cy="508229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1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SB</a:t>
              </a:r>
            </a:p>
          </p:txBody>
        </p:sp>
        <p:grpSp>
          <p:nvGrpSpPr>
            <p:cNvPr id="2881" name="Group"/>
            <p:cNvGrpSpPr/>
            <p:nvPr/>
          </p:nvGrpSpPr>
          <p:grpSpPr>
            <a:xfrm flipH="1">
              <a:off x="1678732" y="6650577"/>
              <a:ext cx="283618" cy="629476"/>
              <a:chOff x="0" y="19050"/>
              <a:chExt cx="283616" cy="629474"/>
            </a:xfrm>
          </p:grpSpPr>
          <p:sp>
            <p:nvSpPr>
              <p:cNvPr id="2877" name="Line"/>
              <p:cNvSpPr/>
              <p:nvPr/>
            </p:nvSpPr>
            <p:spPr>
              <a:xfrm flipH="1">
                <a:off x="-1" y="313375"/>
                <a:ext cx="2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78" name="Line"/>
              <p:cNvSpPr/>
              <p:nvPr/>
            </p:nvSpPr>
            <p:spPr>
              <a:xfrm flipH="1">
                <a:off x="94539" y="214002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79" name="Line"/>
              <p:cNvSpPr/>
              <p:nvPr/>
            </p:nvSpPr>
            <p:spPr>
              <a:xfrm flipH="1">
                <a:off x="189077" y="1209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0" name="Line"/>
              <p:cNvSpPr/>
              <p:nvPr/>
            </p:nvSpPr>
            <p:spPr>
              <a:xfrm flipH="1">
                <a:off x="283616" y="19050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3482" name="Group"/>
            <p:cNvGrpSpPr/>
            <p:nvPr/>
          </p:nvGrpSpPr>
          <p:grpSpPr>
            <a:xfrm>
              <a:off x="3319973" y="-1"/>
              <a:ext cx="16507998" cy="9237994"/>
              <a:chOff x="19049" y="0"/>
              <a:chExt cx="16507997" cy="9237992"/>
            </a:xfrm>
          </p:grpSpPr>
          <p:sp>
            <p:nvSpPr>
              <p:cNvPr id="2882" name="Line"/>
              <p:cNvSpPr/>
              <p:nvPr/>
            </p:nvSpPr>
            <p:spPr>
              <a:xfrm flipH="1" flipV="1">
                <a:off x="13281006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3" name="Line"/>
              <p:cNvSpPr/>
              <p:nvPr/>
            </p:nvSpPr>
            <p:spPr>
              <a:xfrm flipH="1" flipV="1">
                <a:off x="13281006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4" name="Line"/>
              <p:cNvSpPr/>
              <p:nvPr/>
            </p:nvSpPr>
            <p:spPr>
              <a:xfrm flipH="1" flipV="1">
                <a:off x="13281006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5" name="Line"/>
              <p:cNvSpPr/>
              <p:nvPr/>
            </p:nvSpPr>
            <p:spPr>
              <a:xfrm flipH="1" flipV="1">
                <a:off x="13281006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6" name="Line"/>
              <p:cNvSpPr/>
              <p:nvPr/>
            </p:nvSpPr>
            <p:spPr>
              <a:xfrm flipH="1">
                <a:off x="13281006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7" name="Line"/>
              <p:cNvSpPr/>
              <p:nvPr/>
            </p:nvSpPr>
            <p:spPr>
              <a:xfrm flipH="1">
                <a:off x="13281006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8" name="Line"/>
              <p:cNvSpPr/>
              <p:nvPr/>
            </p:nvSpPr>
            <p:spPr>
              <a:xfrm flipH="1">
                <a:off x="13281006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89" name="Line"/>
              <p:cNvSpPr/>
              <p:nvPr/>
            </p:nvSpPr>
            <p:spPr>
              <a:xfrm flipH="1">
                <a:off x="13281006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0" name="Line"/>
              <p:cNvSpPr/>
              <p:nvPr/>
            </p:nvSpPr>
            <p:spPr>
              <a:xfrm flipH="1" flipV="1">
                <a:off x="10071509" y="368840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1" name="Line"/>
              <p:cNvSpPr/>
              <p:nvPr/>
            </p:nvSpPr>
            <p:spPr>
              <a:xfrm flipH="1" flipV="1">
                <a:off x="10071509" y="276122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2" name="Line"/>
              <p:cNvSpPr/>
              <p:nvPr/>
            </p:nvSpPr>
            <p:spPr>
              <a:xfrm flipH="1" flipV="1">
                <a:off x="10071509" y="183403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3" name="Line"/>
              <p:cNvSpPr/>
              <p:nvPr/>
            </p:nvSpPr>
            <p:spPr>
              <a:xfrm flipH="1" flipV="1">
                <a:off x="10071509" y="90684"/>
                <a:ext cx="2708495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4" name="Line"/>
              <p:cNvSpPr/>
              <p:nvPr/>
            </p:nvSpPr>
            <p:spPr>
              <a:xfrm flipH="1">
                <a:off x="10071510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5" name="Line"/>
              <p:cNvSpPr/>
              <p:nvPr/>
            </p:nvSpPr>
            <p:spPr>
              <a:xfrm flipH="1">
                <a:off x="10071510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6" name="Line"/>
              <p:cNvSpPr/>
              <p:nvPr/>
            </p:nvSpPr>
            <p:spPr>
              <a:xfrm flipH="1">
                <a:off x="10071510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7" name="Line"/>
              <p:cNvSpPr/>
              <p:nvPr/>
            </p:nvSpPr>
            <p:spPr>
              <a:xfrm flipH="1">
                <a:off x="10071510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8" name="Line"/>
              <p:cNvSpPr/>
              <p:nvPr/>
            </p:nvSpPr>
            <p:spPr>
              <a:xfrm flipH="1">
                <a:off x="6870527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899" name="Line"/>
              <p:cNvSpPr/>
              <p:nvPr/>
            </p:nvSpPr>
            <p:spPr>
              <a:xfrm flipH="1">
                <a:off x="6870527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0" name="Line"/>
              <p:cNvSpPr/>
              <p:nvPr/>
            </p:nvSpPr>
            <p:spPr>
              <a:xfrm flipH="1">
                <a:off x="6870527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1" name="Line"/>
              <p:cNvSpPr/>
              <p:nvPr/>
            </p:nvSpPr>
            <p:spPr>
              <a:xfrm flipH="1">
                <a:off x="6870527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2" name="Line"/>
              <p:cNvSpPr/>
              <p:nvPr/>
            </p:nvSpPr>
            <p:spPr>
              <a:xfrm flipH="1" flipV="1">
                <a:off x="6870527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3" name="Line"/>
              <p:cNvSpPr/>
              <p:nvPr/>
            </p:nvSpPr>
            <p:spPr>
              <a:xfrm flipH="1" flipV="1">
                <a:off x="6870527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4" name="Line"/>
              <p:cNvSpPr/>
              <p:nvPr/>
            </p:nvSpPr>
            <p:spPr>
              <a:xfrm flipH="1" flipV="1">
                <a:off x="6870527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5" name="Line"/>
              <p:cNvSpPr/>
              <p:nvPr/>
            </p:nvSpPr>
            <p:spPr>
              <a:xfrm flipH="1" flipV="1">
                <a:off x="6870527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6" name="Line"/>
              <p:cNvSpPr/>
              <p:nvPr/>
            </p:nvSpPr>
            <p:spPr>
              <a:xfrm flipH="1" flipV="1">
                <a:off x="3663655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7" name="Line"/>
              <p:cNvSpPr/>
              <p:nvPr/>
            </p:nvSpPr>
            <p:spPr>
              <a:xfrm flipH="1" flipV="1">
                <a:off x="3663655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8" name="Line"/>
              <p:cNvSpPr/>
              <p:nvPr/>
            </p:nvSpPr>
            <p:spPr>
              <a:xfrm flipH="1" flipV="1">
                <a:off x="3663655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09" name="Line"/>
              <p:cNvSpPr/>
              <p:nvPr/>
            </p:nvSpPr>
            <p:spPr>
              <a:xfrm flipH="1" flipV="1">
                <a:off x="3663655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0" name="Line"/>
              <p:cNvSpPr/>
              <p:nvPr/>
            </p:nvSpPr>
            <p:spPr>
              <a:xfrm flipH="1">
                <a:off x="3663655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1" name="Line"/>
              <p:cNvSpPr/>
              <p:nvPr/>
            </p:nvSpPr>
            <p:spPr>
              <a:xfrm flipH="1">
                <a:off x="3663655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2" name="Line"/>
              <p:cNvSpPr/>
              <p:nvPr/>
            </p:nvSpPr>
            <p:spPr>
              <a:xfrm flipH="1">
                <a:off x="3663655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3" name="Line"/>
              <p:cNvSpPr/>
              <p:nvPr/>
            </p:nvSpPr>
            <p:spPr>
              <a:xfrm flipH="1">
                <a:off x="3663655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4" name="Line"/>
              <p:cNvSpPr/>
              <p:nvPr/>
            </p:nvSpPr>
            <p:spPr>
              <a:xfrm flipH="1" flipV="1">
                <a:off x="460046" y="368840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5" name="Line"/>
              <p:cNvSpPr/>
              <p:nvPr/>
            </p:nvSpPr>
            <p:spPr>
              <a:xfrm flipH="1" flipV="1">
                <a:off x="460046" y="276122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6" name="Line"/>
              <p:cNvSpPr/>
              <p:nvPr/>
            </p:nvSpPr>
            <p:spPr>
              <a:xfrm flipH="1" flipV="1">
                <a:off x="460046" y="183403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7" name="Line"/>
              <p:cNvSpPr/>
              <p:nvPr/>
            </p:nvSpPr>
            <p:spPr>
              <a:xfrm flipH="1" flipV="1">
                <a:off x="460046" y="90684"/>
                <a:ext cx="2708494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8" name="Line"/>
              <p:cNvSpPr/>
              <p:nvPr/>
            </p:nvSpPr>
            <p:spPr>
              <a:xfrm flipH="1">
                <a:off x="460046" y="2587263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19" name="Line"/>
              <p:cNvSpPr/>
              <p:nvPr/>
            </p:nvSpPr>
            <p:spPr>
              <a:xfrm flipH="1">
                <a:off x="460046" y="24945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0" name="Line"/>
              <p:cNvSpPr/>
              <p:nvPr/>
            </p:nvSpPr>
            <p:spPr>
              <a:xfrm flipH="1">
                <a:off x="460046" y="240182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1" name="Line"/>
              <p:cNvSpPr/>
              <p:nvPr/>
            </p:nvSpPr>
            <p:spPr>
              <a:xfrm flipH="1">
                <a:off x="460046" y="23091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2" name="Line"/>
              <p:cNvSpPr/>
              <p:nvPr/>
            </p:nvSpPr>
            <p:spPr>
              <a:xfrm flipV="1">
                <a:off x="3244737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3" name="Line"/>
              <p:cNvSpPr/>
              <p:nvPr/>
            </p:nvSpPr>
            <p:spPr>
              <a:xfrm flipV="1">
                <a:off x="3337455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4" name="Line"/>
              <p:cNvSpPr/>
              <p:nvPr/>
            </p:nvSpPr>
            <p:spPr>
              <a:xfrm flipV="1">
                <a:off x="3430174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5" name="Line"/>
              <p:cNvSpPr/>
              <p:nvPr/>
            </p:nvSpPr>
            <p:spPr>
              <a:xfrm flipV="1">
                <a:off x="3522893" y="481500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6" name="Line"/>
              <p:cNvSpPr/>
              <p:nvPr/>
            </p:nvSpPr>
            <p:spPr>
              <a:xfrm flipV="1">
                <a:off x="6458363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7" name="Line"/>
              <p:cNvSpPr/>
              <p:nvPr/>
            </p:nvSpPr>
            <p:spPr>
              <a:xfrm flipV="1">
                <a:off x="6551082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8" name="Line"/>
              <p:cNvSpPr/>
              <p:nvPr/>
            </p:nvSpPr>
            <p:spPr>
              <a:xfrm flipV="1">
                <a:off x="6643801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29" name="Line"/>
              <p:cNvSpPr/>
              <p:nvPr/>
            </p:nvSpPr>
            <p:spPr>
              <a:xfrm flipV="1">
                <a:off x="673651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0" name="Line"/>
              <p:cNvSpPr/>
              <p:nvPr/>
            </p:nvSpPr>
            <p:spPr>
              <a:xfrm flipV="1">
                <a:off x="9671989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1" name="Line"/>
              <p:cNvSpPr/>
              <p:nvPr/>
            </p:nvSpPr>
            <p:spPr>
              <a:xfrm flipV="1">
                <a:off x="9764708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2" name="Line"/>
              <p:cNvSpPr/>
              <p:nvPr/>
            </p:nvSpPr>
            <p:spPr>
              <a:xfrm flipV="1">
                <a:off x="9857428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3" name="Line"/>
              <p:cNvSpPr/>
              <p:nvPr/>
            </p:nvSpPr>
            <p:spPr>
              <a:xfrm flipV="1">
                <a:off x="9950146" y="4812126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4" name="Line"/>
              <p:cNvSpPr/>
              <p:nvPr/>
            </p:nvSpPr>
            <p:spPr>
              <a:xfrm flipV="1">
                <a:off x="12885617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5" name="Line"/>
              <p:cNvSpPr/>
              <p:nvPr/>
            </p:nvSpPr>
            <p:spPr>
              <a:xfrm flipV="1">
                <a:off x="12978335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6" name="Line"/>
              <p:cNvSpPr/>
              <p:nvPr/>
            </p:nvSpPr>
            <p:spPr>
              <a:xfrm flipV="1">
                <a:off x="13071053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7" name="Line"/>
              <p:cNvSpPr/>
              <p:nvPr/>
            </p:nvSpPr>
            <p:spPr>
              <a:xfrm flipV="1">
                <a:off x="13163772" y="480637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8" name="Line"/>
              <p:cNvSpPr/>
              <p:nvPr/>
            </p:nvSpPr>
            <p:spPr>
              <a:xfrm flipV="1">
                <a:off x="16088302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39" name="Line"/>
              <p:cNvSpPr/>
              <p:nvPr/>
            </p:nvSpPr>
            <p:spPr>
              <a:xfrm flipV="1">
                <a:off x="1618101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0" name="Line"/>
              <p:cNvSpPr/>
              <p:nvPr/>
            </p:nvSpPr>
            <p:spPr>
              <a:xfrm flipV="1">
                <a:off x="16273739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1" name="Line"/>
              <p:cNvSpPr/>
              <p:nvPr/>
            </p:nvSpPr>
            <p:spPr>
              <a:xfrm flipV="1">
                <a:off x="16366456" y="480925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2" name="Line"/>
              <p:cNvSpPr/>
              <p:nvPr/>
            </p:nvSpPr>
            <p:spPr>
              <a:xfrm flipV="1">
                <a:off x="1607692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3" name="Line"/>
              <p:cNvSpPr/>
              <p:nvPr/>
            </p:nvSpPr>
            <p:spPr>
              <a:xfrm flipV="1">
                <a:off x="1616964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4" name="Line"/>
              <p:cNvSpPr/>
              <p:nvPr/>
            </p:nvSpPr>
            <p:spPr>
              <a:xfrm flipV="1">
                <a:off x="16262363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5" name="Line"/>
              <p:cNvSpPr/>
              <p:nvPr/>
            </p:nvSpPr>
            <p:spPr>
              <a:xfrm flipV="1">
                <a:off x="16355083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6" name="Line"/>
              <p:cNvSpPr/>
              <p:nvPr/>
            </p:nvSpPr>
            <p:spPr>
              <a:xfrm flipV="1">
                <a:off x="12874242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7" name="Line"/>
              <p:cNvSpPr/>
              <p:nvPr/>
            </p:nvSpPr>
            <p:spPr>
              <a:xfrm flipV="1">
                <a:off x="12966960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8" name="Line"/>
              <p:cNvSpPr/>
              <p:nvPr/>
            </p:nvSpPr>
            <p:spPr>
              <a:xfrm flipV="1">
                <a:off x="13059679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49" name="Line"/>
              <p:cNvSpPr/>
              <p:nvPr/>
            </p:nvSpPr>
            <p:spPr>
              <a:xfrm flipV="1">
                <a:off x="13152397" y="698415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0" name="Line"/>
              <p:cNvSpPr/>
              <p:nvPr/>
            </p:nvSpPr>
            <p:spPr>
              <a:xfrm flipV="1">
                <a:off x="9660615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1" name="Line"/>
              <p:cNvSpPr/>
              <p:nvPr/>
            </p:nvSpPr>
            <p:spPr>
              <a:xfrm flipV="1">
                <a:off x="9753333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2" name="Line"/>
              <p:cNvSpPr/>
              <p:nvPr/>
            </p:nvSpPr>
            <p:spPr>
              <a:xfrm flipV="1">
                <a:off x="9846053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3" name="Line"/>
              <p:cNvSpPr/>
              <p:nvPr/>
            </p:nvSpPr>
            <p:spPr>
              <a:xfrm flipV="1">
                <a:off x="9938772" y="6989903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4" name="Line"/>
              <p:cNvSpPr/>
              <p:nvPr/>
            </p:nvSpPr>
            <p:spPr>
              <a:xfrm flipV="1">
                <a:off x="6446989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5" name="Line"/>
              <p:cNvSpPr/>
              <p:nvPr/>
            </p:nvSpPr>
            <p:spPr>
              <a:xfrm flipV="1">
                <a:off x="6539707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6" name="Line"/>
              <p:cNvSpPr/>
              <p:nvPr/>
            </p:nvSpPr>
            <p:spPr>
              <a:xfrm flipV="1">
                <a:off x="6632426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7" name="Line"/>
              <p:cNvSpPr/>
              <p:nvPr/>
            </p:nvSpPr>
            <p:spPr>
              <a:xfrm flipV="1">
                <a:off x="6725145" y="698702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8" name="Line"/>
              <p:cNvSpPr/>
              <p:nvPr/>
            </p:nvSpPr>
            <p:spPr>
              <a:xfrm flipV="1">
                <a:off x="3233362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59" name="Line"/>
              <p:cNvSpPr/>
              <p:nvPr/>
            </p:nvSpPr>
            <p:spPr>
              <a:xfrm flipV="1">
                <a:off x="3326081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0" name="Line"/>
              <p:cNvSpPr/>
              <p:nvPr/>
            </p:nvSpPr>
            <p:spPr>
              <a:xfrm flipV="1">
                <a:off x="3418800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1" name="Line"/>
              <p:cNvSpPr/>
              <p:nvPr/>
            </p:nvSpPr>
            <p:spPr>
              <a:xfrm flipV="1">
                <a:off x="3511518" y="6992778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2" name="Line"/>
              <p:cNvSpPr/>
              <p:nvPr/>
            </p:nvSpPr>
            <p:spPr>
              <a:xfrm flipH="1">
                <a:off x="13287647" y="476059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3" name="Line"/>
              <p:cNvSpPr/>
              <p:nvPr/>
            </p:nvSpPr>
            <p:spPr>
              <a:xfrm flipH="1">
                <a:off x="13287647" y="466787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4" name="Line"/>
              <p:cNvSpPr/>
              <p:nvPr/>
            </p:nvSpPr>
            <p:spPr>
              <a:xfrm flipH="1">
                <a:off x="13287647" y="457515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5" name="Line"/>
              <p:cNvSpPr/>
              <p:nvPr/>
            </p:nvSpPr>
            <p:spPr>
              <a:xfrm flipH="1">
                <a:off x="13287647" y="448243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6" name="Line"/>
              <p:cNvSpPr/>
              <p:nvPr/>
            </p:nvSpPr>
            <p:spPr>
              <a:xfrm flipH="1">
                <a:off x="10084963" y="475771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7" name="Line"/>
              <p:cNvSpPr/>
              <p:nvPr/>
            </p:nvSpPr>
            <p:spPr>
              <a:xfrm flipH="1">
                <a:off x="10084963" y="466499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8" name="Line"/>
              <p:cNvSpPr/>
              <p:nvPr/>
            </p:nvSpPr>
            <p:spPr>
              <a:xfrm flipH="1">
                <a:off x="10084963" y="457227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69" name="Line"/>
              <p:cNvSpPr/>
              <p:nvPr/>
            </p:nvSpPr>
            <p:spPr>
              <a:xfrm flipH="1">
                <a:off x="10084963" y="447955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0" name="Line"/>
              <p:cNvSpPr/>
              <p:nvPr/>
            </p:nvSpPr>
            <p:spPr>
              <a:xfrm flipH="1">
                <a:off x="6871336" y="476346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1" name="Line"/>
              <p:cNvSpPr/>
              <p:nvPr/>
            </p:nvSpPr>
            <p:spPr>
              <a:xfrm flipH="1">
                <a:off x="6871336" y="467074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2" name="Line"/>
              <p:cNvSpPr/>
              <p:nvPr/>
            </p:nvSpPr>
            <p:spPr>
              <a:xfrm flipH="1">
                <a:off x="6871336" y="457802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3" name="Line"/>
              <p:cNvSpPr/>
              <p:nvPr/>
            </p:nvSpPr>
            <p:spPr>
              <a:xfrm flipH="1">
                <a:off x="6871336" y="448530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4" name="Line"/>
              <p:cNvSpPr/>
              <p:nvPr/>
            </p:nvSpPr>
            <p:spPr>
              <a:xfrm flipH="1">
                <a:off x="3657710" y="476059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5" name="Line"/>
              <p:cNvSpPr/>
              <p:nvPr/>
            </p:nvSpPr>
            <p:spPr>
              <a:xfrm flipH="1">
                <a:off x="3657710" y="4667871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6" name="Line"/>
              <p:cNvSpPr/>
              <p:nvPr/>
            </p:nvSpPr>
            <p:spPr>
              <a:xfrm flipH="1">
                <a:off x="3657710" y="457515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7" name="Line"/>
              <p:cNvSpPr/>
              <p:nvPr/>
            </p:nvSpPr>
            <p:spPr>
              <a:xfrm flipH="1">
                <a:off x="3657710" y="448243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8" name="Line"/>
              <p:cNvSpPr/>
              <p:nvPr/>
            </p:nvSpPr>
            <p:spPr>
              <a:xfrm flipV="1">
                <a:off x="6495342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79" name="Line"/>
              <p:cNvSpPr/>
              <p:nvPr/>
            </p:nvSpPr>
            <p:spPr>
              <a:xfrm flipV="1">
                <a:off x="6588061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0" name="Line"/>
              <p:cNvSpPr/>
              <p:nvPr/>
            </p:nvSpPr>
            <p:spPr>
              <a:xfrm flipV="1">
                <a:off x="668078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1" name="Line"/>
              <p:cNvSpPr/>
              <p:nvPr/>
            </p:nvSpPr>
            <p:spPr>
              <a:xfrm flipV="1">
                <a:off x="6773498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2" name="Line"/>
              <p:cNvSpPr/>
              <p:nvPr/>
            </p:nvSpPr>
            <p:spPr>
              <a:xfrm flipV="1">
                <a:off x="9708969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3" name="Line"/>
              <p:cNvSpPr/>
              <p:nvPr/>
            </p:nvSpPr>
            <p:spPr>
              <a:xfrm flipV="1">
                <a:off x="9801687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4" name="Line"/>
              <p:cNvSpPr/>
              <p:nvPr/>
            </p:nvSpPr>
            <p:spPr>
              <a:xfrm flipV="1">
                <a:off x="9894407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5" name="Line"/>
              <p:cNvSpPr/>
              <p:nvPr/>
            </p:nvSpPr>
            <p:spPr>
              <a:xfrm flipV="1">
                <a:off x="9987125" y="263328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6" name="Line"/>
              <p:cNvSpPr/>
              <p:nvPr/>
            </p:nvSpPr>
            <p:spPr>
              <a:xfrm flipV="1">
                <a:off x="12922596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7" name="Line"/>
              <p:cNvSpPr/>
              <p:nvPr/>
            </p:nvSpPr>
            <p:spPr>
              <a:xfrm flipV="1">
                <a:off x="13015314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8" name="Line"/>
              <p:cNvSpPr/>
              <p:nvPr/>
            </p:nvSpPr>
            <p:spPr>
              <a:xfrm flipV="1">
                <a:off x="13108032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89" name="Line"/>
              <p:cNvSpPr/>
              <p:nvPr/>
            </p:nvSpPr>
            <p:spPr>
              <a:xfrm flipV="1">
                <a:off x="13200751" y="2627537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0" name="Line"/>
              <p:cNvSpPr/>
              <p:nvPr/>
            </p:nvSpPr>
            <p:spPr>
              <a:xfrm flipV="1">
                <a:off x="1612528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1" name="Line"/>
              <p:cNvSpPr/>
              <p:nvPr/>
            </p:nvSpPr>
            <p:spPr>
              <a:xfrm flipV="1">
                <a:off x="16218000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2" name="Line"/>
              <p:cNvSpPr/>
              <p:nvPr/>
            </p:nvSpPr>
            <p:spPr>
              <a:xfrm flipV="1">
                <a:off x="16310717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3" name="Line"/>
              <p:cNvSpPr/>
              <p:nvPr/>
            </p:nvSpPr>
            <p:spPr>
              <a:xfrm flipV="1">
                <a:off x="16403437" y="2630412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4" name="Line"/>
              <p:cNvSpPr/>
              <p:nvPr/>
            </p:nvSpPr>
            <p:spPr>
              <a:xfrm flipV="1">
                <a:off x="3281716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5" name="Line"/>
              <p:cNvSpPr/>
              <p:nvPr/>
            </p:nvSpPr>
            <p:spPr>
              <a:xfrm flipV="1">
                <a:off x="3374434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6" name="Line"/>
              <p:cNvSpPr/>
              <p:nvPr/>
            </p:nvSpPr>
            <p:spPr>
              <a:xfrm flipV="1">
                <a:off x="3467153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7" name="Line"/>
              <p:cNvSpPr/>
              <p:nvPr/>
            </p:nvSpPr>
            <p:spPr>
              <a:xfrm flipV="1">
                <a:off x="3559872" y="2636161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8" name="Line"/>
              <p:cNvSpPr/>
              <p:nvPr/>
            </p:nvSpPr>
            <p:spPr>
              <a:xfrm flipV="1">
                <a:off x="329767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2999" name="Line"/>
              <p:cNvSpPr/>
              <p:nvPr/>
            </p:nvSpPr>
            <p:spPr>
              <a:xfrm flipV="1">
                <a:off x="3390397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0" name="Line"/>
              <p:cNvSpPr/>
              <p:nvPr/>
            </p:nvSpPr>
            <p:spPr>
              <a:xfrm flipV="1">
                <a:off x="348311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1" name="Line"/>
              <p:cNvSpPr/>
              <p:nvPr/>
            </p:nvSpPr>
            <p:spPr>
              <a:xfrm flipV="1">
                <a:off x="357583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2" name="Rectangle"/>
              <p:cNvSpPr/>
              <p:nvPr/>
            </p:nvSpPr>
            <p:spPr>
              <a:xfrm>
                <a:off x="687789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003" name="Line"/>
              <p:cNvSpPr/>
              <p:nvPr/>
            </p:nvSpPr>
            <p:spPr>
              <a:xfrm>
                <a:off x="2980299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4" name="Line"/>
              <p:cNvSpPr/>
              <p:nvPr/>
            </p:nvSpPr>
            <p:spPr>
              <a:xfrm>
                <a:off x="2975947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5" name="Line"/>
              <p:cNvSpPr/>
              <p:nvPr/>
            </p:nvSpPr>
            <p:spPr>
              <a:xfrm>
                <a:off x="2975947" y="138624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6" name="Line"/>
              <p:cNvSpPr/>
              <p:nvPr/>
            </p:nvSpPr>
            <p:spPr>
              <a:xfrm>
                <a:off x="2977802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7" name="Line"/>
              <p:cNvSpPr/>
              <p:nvPr/>
            </p:nvSpPr>
            <p:spPr>
              <a:xfrm>
                <a:off x="1703615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8" name="Line"/>
              <p:cNvSpPr/>
              <p:nvPr/>
            </p:nvSpPr>
            <p:spPr>
              <a:xfrm>
                <a:off x="1798154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09" name="Line"/>
              <p:cNvSpPr/>
              <p:nvPr/>
            </p:nvSpPr>
            <p:spPr>
              <a:xfrm>
                <a:off x="1892693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0" name="Line"/>
              <p:cNvSpPr/>
              <p:nvPr/>
            </p:nvSpPr>
            <p:spPr>
              <a:xfrm>
                <a:off x="1987232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1" name="Line"/>
              <p:cNvSpPr/>
              <p:nvPr/>
            </p:nvSpPr>
            <p:spPr>
              <a:xfrm flipV="1">
                <a:off x="1703615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2" name="Line"/>
              <p:cNvSpPr/>
              <p:nvPr/>
            </p:nvSpPr>
            <p:spPr>
              <a:xfrm flipV="1">
                <a:off x="1798154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3" name="Line"/>
              <p:cNvSpPr/>
              <p:nvPr/>
            </p:nvSpPr>
            <p:spPr>
              <a:xfrm flipV="1">
                <a:off x="1892693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4" name="Line"/>
              <p:cNvSpPr/>
              <p:nvPr/>
            </p:nvSpPr>
            <p:spPr>
              <a:xfrm flipV="1">
                <a:off x="198723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15" name="SB"/>
              <p:cNvSpPr/>
              <p:nvPr/>
            </p:nvSpPr>
            <p:spPr>
              <a:xfrm>
                <a:off x="3174068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016" name="SB"/>
              <p:cNvSpPr/>
              <p:nvPr/>
            </p:nvSpPr>
            <p:spPr>
              <a:xfrm>
                <a:off x="3174068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021" name="Group"/>
              <p:cNvGrpSpPr/>
              <p:nvPr/>
            </p:nvGrpSpPr>
            <p:grpSpPr>
              <a:xfrm flipH="1" rot="10800000">
                <a:off x="83366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301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1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1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2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22" name="CLB"/>
              <p:cNvSpPr txBox="1"/>
              <p:nvPr/>
            </p:nvSpPr>
            <p:spPr>
              <a:xfrm>
                <a:off x="140144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3023" name="Line"/>
              <p:cNvSpPr/>
              <p:nvPr/>
            </p:nvSpPr>
            <p:spPr>
              <a:xfrm flipV="1">
                <a:off x="650128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24" name="Line"/>
              <p:cNvSpPr/>
              <p:nvPr/>
            </p:nvSpPr>
            <p:spPr>
              <a:xfrm flipV="1">
                <a:off x="659400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25" name="Line"/>
              <p:cNvSpPr/>
              <p:nvPr/>
            </p:nvSpPr>
            <p:spPr>
              <a:xfrm flipV="1">
                <a:off x="6686725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26" name="Line"/>
              <p:cNvSpPr/>
              <p:nvPr/>
            </p:nvSpPr>
            <p:spPr>
              <a:xfrm flipV="1">
                <a:off x="677944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27" name="Rectangle"/>
              <p:cNvSpPr/>
              <p:nvPr/>
            </p:nvSpPr>
            <p:spPr>
              <a:xfrm>
                <a:off x="3891398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028" name="Line"/>
              <p:cNvSpPr/>
              <p:nvPr/>
            </p:nvSpPr>
            <p:spPr>
              <a:xfrm>
                <a:off x="6183908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29" name="Line"/>
              <p:cNvSpPr/>
              <p:nvPr/>
            </p:nvSpPr>
            <p:spPr>
              <a:xfrm>
                <a:off x="6179556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0" name="Line"/>
              <p:cNvSpPr/>
              <p:nvPr/>
            </p:nvSpPr>
            <p:spPr>
              <a:xfrm>
                <a:off x="6179556" y="1386243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1" name="Line"/>
              <p:cNvSpPr/>
              <p:nvPr/>
            </p:nvSpPr>
            <p:spPr>
              <a:xfrm>
                <a:off x="6181411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2" name="Line"/>
              <p:cNvSpPr/>
              <p:nvPr/>
            </p:nvSpPr>
            <p:spPr>
              <a:xfrm>
                <a:off x="4907224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3" name="Line"/>
              <p:cNvSpPr/>
              <p:nvPr/>
            </p:nvSpPr>
            <p:spPr>
              <a:xfrm>
                <a:off x="5001763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4" name="Line"/>
              <p:cNvSpPr/>
              <p:nvPr/>
            </p:nvSpPr>
            <p:spPr>
              <a:xfrm>
                <a:off x="5096302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5" name="Line"/>
              <p:cNvSpPr/>
              <p:nvPr/>
            </p:nvSpPr>
            <p:spPr>
              <a:xfrm>
                <a:off x="5190841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6" name="Line"/>
              <p:cNvSpPr/>
              <p:nvPr/>
            </p:nvSpPr>
            <p:spPr>
              <a:xfrm flipV="1">
                <a:off x="4907224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7" name="Line"/>
              <p:cNvSpPr/>
              <p:nvPr/>
            </p:nvSpPr>
            <p:spPr>
              <a:xfrm flipV="1">
                <a:off x="5001763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8" name="Line"/>
              <p:cNvSpPr/>
              <p:nvPr/>
            </p:nvSpPr>
            <p:spPr>
              <a:xfrm flipV="1">
                <a:off x="5096302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39" name="Line"/>
              <p:cNvSpPr/>
              <p:nvPr/>
            </p:nvSpPr>
            <p:spPr>
              <a:xfrm flipV="1">
                <a:off x="519084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40" name="SB"/>
              <p:cNvSpPr/>
              <p:nvPr/>
            </p:nvSpPr>
            <p:spPr>
              <a:xfrm>
                <a:off x="6377677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041" name="SB"/>
              <p:cNvSpPr/>
              <p:nvPr/>
            </p:nvSpPr>
            <p:spPr>
              <a:xfrm>
                <a:off x="6377677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046" name="Group"/>
              <p:cNvGrpSpPr/>
              <p:nvPr/>
            </p:nvGrpSpPr>
            <p:grpSpPr>
              <a:xfrm flipH="1" rot="10800000">
                <a:off x="3286975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3042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43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44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45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47" name="CLB"/>
              <p:cNvSpPr txBox="1"/>
              <p:nvPr/>
            </p:nvSpPr>
            <p:spPr>
              <a:xfrm>
                <a:off x="4605052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3048" name="Line"/>
              <p:cNvSpPr/>
              <p:nvPr/>
            </p:nvSpPr>
            <p:spPr>
              <a:xfrm flipV="1">
                <a:off x="970815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49" name="Line"/>
              <p:cNvSpPr/>
              <p:nvPr/>
            </p:nvSpPr>
            <p:spPr>
              <a:xfrm flipV="1">
                <a:off x="980087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0" name="Line"/>
              <p:cNvSpPr/>
              <p:nvPr/>
            </p:nvSpPr>
            <p:spPr>
              <a:xfrm flipV="1">
                <a:off x="9893596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1" name="Line"/>
              <p:cNvSpPr/>
              <p:nvPr/>
            </p:nvSpPr>
            <p:spPr>
              <a:xfrm flipV="1">
                <a:off x="9986314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2" name="Rectangle"/>
              <p:cNvSpPr/>
              <p:nvPr/>
            </p:nvSpPr>
            <p:spPr>
              <a:xfrm>
                <a:off x="7098270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053" name="Line"/>
              <p:cNvSpPr/>
              <p:nvPr/>
            </p:nvSpPr>
            <p:spPr>
              <a:xfrm>
                <a:off x="9390779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4" name="Line"/>
              <p:cNvSpPr/>
              <p:nvPr/>
            </p:nvSpPr>
            <p:spPr>
              <a:xfrm>
                <a:off x="9386427" y="1291704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5" name="Line"/>
              <p:cNvSpPr/>
              <p:nvPr/>
            </p:nvSpPr>
            <p:spPr>
              <a:xfrm>
                <a:off x="9386427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6" name="Line"/>
              <p:cNvSpPr/>
              <p:nvPr/>
            </p:nvSpPr>
            <p:spPr>
              <a:xfrm>
                <a:off x="9388283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7" name="Line"/>
              <p:cNvSpPr/>
              <p:nvPr/>
            </p:nvSpPr>
            <p:spPr>
              <a:xfrm>
                <a:off x="8114096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8" name="Line"/>
              <p:cNvSpPr/>
              <p:nvPr/>
            </p:nvSpPr>
            <p:spPr>
              <a:xfrm>
                <a:off x="8208634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59" name="Line"/>
              <p:cNvSpPr/>
              <p:nvPr/>
            </p:nvSpPr>
            <p:spPr>
              <a:xfrm>
                <a:off x="8303173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0" name="Line"/>
              <p:cNvSpPr/>
              <p:nvPr/>
            </p:nvSpPr>
            <p:spPr>
              <a:xfrm>
                <a:off x="8397712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1" name="Line"/>
              <p:cNvSpPr/>
              <p:nvPr/>
            </p:nvSpPr>
            <p:spPr>
              <a:xfrm flipV="1">
                <a:off x="8114096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2" name="Line"/>
              <p:cNvSpPr/>
              <p:nvPr/>
            </p:nvSpPr>
            <p:spPr>
              <a:xfrm flipV="1">
                <a:off x="8208634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3" name="Line"/>
              <p:cNvSpPr/>
              <p:nvPr/>
            </p:nvSpPr>
            <p:spPr>
              <a:xfrm flipV="1">
                <a:off x="8303173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4" name="Line"/>
              <p:cNvSpPr/>
              <p:nvPr/>
            </p:nvSpPr>
            <p:spPr>
              <a:xfrm flipV="1">
                <a:off x="8397712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65" name="SB"/>
              <p:cNvSpPr/>
              <p:nvPr/>
            </p:nvSpPr>
            <p:spPr>
              <a:xfrm>
                <a:off x="9584549" y="0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066" name="SB"/>
              <p:cNvSpPr/>
              <p:nvPr/>
            </p:nvSpPr>
            <p:spPr>
              <a:xfrm>
                <a:off x="9584549" y="2194071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071" name="Group"/>
              <p:cNvGrpSpPr/>
              <p:nvPr/>
            </p:nvGrpSpPr>
            <p:grpSpPr>
              <a:xfrm flipH="1" rot="10800000">
                <a:off x="6493847" y="1125051"/>
                <a:ext cx="600280" cy="283618"/>
                <a:chOff x="19050" y="0"/>
                <a:chExt cx="600279" cy="283617"/>
              </a:xfrm>
            </p:grpSpPr>
            <p:sp>
              <p:nvSpPr>
                <p:cNvPr id="306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6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6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7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72" name="CLB"/>
              <p:cNvSpPr txBox="1"/>
              <p:nvPr/>
            </p:nvSpPr>
            <p:spPr>
              <a:xfrm>
                <a:off x="781192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3073" name="Line"/>
              <p:cNvSpPr/>
              <p:nvPr/>
            </p:nvSpPr>
            <p:spPr>
              <a:xfrm flipV="1">
                <a:off x="12909142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74" name="Line"/>
              <p:cNvSpPr/>
              <p:nvPr/>
            </p:nvSpPr>
            <p:spPr>
              <a:xfrm flipV="1">
                <a:off x="13001861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75" name="Line"/>
              <p:cNvSpPr/>
              <p:nvPr/>
            </p:nvSpPr>
            <p:spPr>
              <a:xfrm flipV="1">
                <a:off x="13094581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76" name="Line"/>
              <p:cNvSpPr/>
              <p:nvPr/>
            </p:nvSpPr>
            <p:spPr>
              <a:xfrm flipV="1">
                <a:off x="1318729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77" name="Rectangle"/>
              <p:cNvSpPr/>
              <p:nvPr/>
            </p:nvSpPr>
            <p:spPr>
              <a:xfrm>
                <a:off x="10299254" y="721476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078" name="Line"/>
              <p:cNvSpPr/>
              <p:nvPr/>
            </p:nvSpPr>
            <p:spPr>
              <a:xfrm>
                <a:off x="12591763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79" name="Line"/>
              <p:cNvSpPr/>
              <p:nvPr/>
            </p:nvSpPr>
            <p:spPr>
              <a:xfrm>
                <a:off x="12587410" y="1291704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0" name="Line"/>
              <p:cNvSpPr/>
              <p:nvPr/>
            </p:nvSpPr>
            <p:spPr>
              <a:xfrm>
                <a:off x="12587410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1" name="Line"/>
              <p:cNvSpPr/>
              <p:nvPr/>
            </p:nvSpPr>
            <p:spPr>
              <a:xfrm>
                <a:off x="12589266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2" name="Line"/>
              <p:cNvSpPr/>
              <p:nvPr/>
            </p:nvSpPr>
            <p:spPr>
              <a:xfrm>
                <a:off x="11315079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3" name="Line"/>
              <p:cNvSpPr/>
              <p:nvPr/>
            </p:nvSpPr>
            <p:spPr>
              <a:xfrm>
                <a:off x="11409619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4" name="Line"/>
              <p:cNvSpPr/>
              <p:nvPr/>
            </p:nvSpPr>
            <p:spPr>
              <a:xfrm>
                <a:off x="11504158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5" name="Line"/>
              <p:cNvSpPr/>
              <p:nvPr/>
            </p:nvSpPr>
            <p:spPr>
              <a:xfrm>
                <a:off x="11598695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6" name="Line"/>
              <p:cNvSpPr/>
              <p:nvPr/>
            </p:nvSpPr>
            <p:spPr>
              <a:xfrm flipV="1">
                <a:off x="11315079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7" name="Line"/>
              <p:cNvSpPr/>
              <p:nvPr/>
            </p:nvSpPr>
            <p:spPr>
              <a:xfrm flipV="1">
                <a:off x="11409619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8" name="Line"/>
              <p:cNvSpPr/>
              <p:nvPr/>
            </p:nvSpPr>
            <p:spPr>
              <a:xfrm flipV="1">
                <a:off x="11504158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89" name="Line"/>
              <p:cNvSpPr/>
              <p:nvPr/>
            </p:nvSpPr>
            <p:spPr>
              <a:xfrm flipV="1">
                <a:off x="11598697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90" name="SB"/>
              <p:cNvSpPr/>
              <p:nvPr/>
            </p:nvSpPr>
            <p:spPr>
              <a:xfrm>
                <a:off x="12785531" y="0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091" name="SB"/>
              <p:cNvSpPr/>
              <p:nvPr/>
            </p:nvSpPr>
            <p:spPr>
              <a:xfrm>
                <a:off x="12785531" y="2194071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096" name="Group"/>
              <p:cNvGrpSpPr/>
              <p:nvPr/>
            </p:nvGrpSpPr>
            <p:grpSpPr>
              <a:xfrm flipH="1" rot="10800000">
                <a:off x="9694830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3092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93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94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095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097" name="CLB"/>
              <p:cNvSpPr txBox="1"/>
              <p:nvPr/>
            </p:nvSpPr>
            <p:spPr>
              <a:xfrm>
                <a:off x="11012906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3098" name="Line"/>
              <p:cNvSpPr/>
              <p:nvPr/>
            </p:nvSpPr>
            <p:spPr>
              <a:xfrm flipV="1">
                <a:off x="1611863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099" name="Line"/>
              <p:cNvSpPr/>
              <p:nvPr/>
            </p:nvSpPr>
            <p:spPr>
              <a:xfrm flipV="1">
                <a:off x="16211359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0" name="Line"/>
              <p:cNvSpPr/>
              <p:nvPr/>
            </p:nvSpPr>
            <p:spPr>
              <a:xfrm flipV="1">
                <a:off x="16304078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1" name="Line"/>
              <p:cNvSpPr/>
              <p:nvPr/>
            </p:nvSpPr>
            <p:spPr>
              <a:xfrm flipV="1">
                <a:off x="16396795" y="457085"/>
                <a:ext cx="1" cy="1763778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2" name="Rectangle"/>
              <p:cNvSpPr/>
              <p:nvPr/>
            </p:nvSpPr>
            <p:spPr>
              <a:xfrm>
                <a:off x="13508750" y="721476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03" name="Line"/>
              <p:cNvSpPr/>
              <p:nvPr/>
            </p:nvSpPr>
            <p:spPr>
              <a:xfrm>
                <a:off x="15801261" y="1197165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4" name="Line"/>
              <p:cNvSpPr/>
              <p:nvPr/>
            </p:nvSpPr>
            <p:spPr>
              <a:xfrm>
                <a:off x="15796908" y="1291704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5" name="Line"/>
              <p:cNvSpPr/>
              <p:nvPr/>
            </p:nvSpPr>
            <p:spPr>
              <a:xfrm>
                <a:off x="15796908" y="1386243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6" name="Line"/>
              <p:cNvSpPr/>
              <p:nvPr/>
            </p:nvSpPr>
            <p:spPr>
              <a:xfrm>
                <a:off x="15798762" y="1480782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7" name="Line"/>
              <p:cNvSpPr/>
              <p:nvPr/>
            </p:nvSpPr>
            <p:spPr>
              <a:xfrm>
                <a:off x="14524577" y="3867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8" name="Line"/>
              <p:cNvSpPr/>
              <p:nvPr/>
            </p:nvSpPr>
            <p:spPr>
              <a:xfrm>
                <a:off x="14619117" y="28740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09" name="Line"/>
              <p:cNvSpPr/>
              <p:nvPr/>
            </p:nvSpPr>
            <p:spPr>
              <a:xfrm>
                <a:off x="14713654" y="194396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0" name="Line"/>
              <p:cNvSpPr/>
              <p:nvPr/>
            </p:nvSpPr>
            <p:spPr>
              <a:xfrm>
                <a:off x="14808193" y="92456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1" name="Line"/>
              <p:cNvSpPr/>
              <p:nvPr/>
            </p:nvSpPr>
            <p:spPr>
              <a:xfrm flipV="1">
                <a:off x="14524577" y="1959730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2" name="Line"/>
              <p:cNvSpPr/>
              <p:nvPr/>
            </p:nvSpPr>
            <p:spPr>
              <a:xfrm flipV="1">
                <a:off x="14619117" y="1959377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3" name="Line"/>
              <p:cNvSpPr/>
              <p:nvPr/>
            </p:nvSpPr>
            <p:spPr>
              <a:xfrm flipV="1">
                <a:off x="14713654" y="1959948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4" name="Line"/>
              <p:cNvSpPr/>
              <p:nvPr/>
            </p:nvSpPr>
            <p:spPr>
              <a:xfrm flipV="1">
                <a:off x="14808193" y="1957437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15" name="SB"/>
              <p:cNvSpPr/>
              <p:nvPr/>
            </p:nvSpPr>
            <p:spPr>
              <a:xfrm>
                <a:off x="15995029" y="0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sp>
            <p:nvSpPr>
              <p:cNvPr id="3116" name="SB"/>
              <p:cNvSpPr/>
              <p:nvPr/>
            </p:nvSpPr>
            <p:spPr>
              <a:xfrm>
                <a:off x="15995029" y="2194071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121" name="Group"/>
              <p:cNvGrpSpPr/>
              <p:nvPr/>
            </p:nvGrpSpPr>
            <p:grpSpPr>
              <a:xfrm flipH="1" rot="10800000">
                <a:off x="12904327" y="1125051"/>
                <a:ext cx="600281" cy="283618"/>
                <a:chOff x="19050" y="0"/>
                <a:chExt cx="600279" cy="283617"/>
              </a:xfrm>
            </p:grpSpPr>
            <p:sp>
              <p:nvSpPr>
                <p:cNvPr id="311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1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1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2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22" name="CLB"/>
              <p:cNvSpPr txBox="1"/>
              <p:nvPr/>
            </p:nvSpPr>
            <p:spPr>
              <a:xfrm>
                <a:off x="14222403" y="1077084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sp>
            <p:nvSpPr>
              <p:cNvPr id="3123" name="Line"/>
              <p:cNvSpPr/>
              <p:nvPr/>
            </p:nvSpPr>
            <p:spPr>
              <a:xfrm flipH="1">
                <a:off x="444083" y="476634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24" name="Line"/>
              <p:cNvSpPr/>
              <p:nvPr/>
            </p:nvSpPr>
            <p:spPr>
              <a:xfrm flipH="1">
                <a:off x="444083" y="467362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25" name="Line"/>
              <p:cNvSpPr/>
              <p:nvPr/>
            </p:nvSpPr>
            <p:spPr>
              <a:xfrm flipH="1">
                <a:off x="444083" y="458090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26" name="Line"/>
              <p:cNvSpPr/>
              <p:nvPr/>
            </p:nvSpPr>
            <p:spPr>
              <a:xfrm flipH="1">
                <a:off x="444083" y="448818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27" name="Rectangle"/>
              <p:cNvSpPr/>
              <p:nvPr/>
            </p:nvSpPr>
            <p:spPr>
              <a:xfrm>
                <a:off x="671826" y="2900552"/>
                <a:ext cx="2293236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28" name="Line"/>
              <p:cNvSpPr/>
              <p:nvPr/>
            </p:nvSpPr>
            <p:spPr>
              <a:xfrm>
                <a:off x="2964336" y="337624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29" name="Line"/>
              <p:cNvSpPr/>
              <p:nvPr/>
            </p:nvSpPr>
            <p:spPr>
              <a:xfrm>
                <a:off x="2959984" y="347078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0" name="Line"/>
              <p:cNvSpPr/>
              <p:nvPr/>
            </p:nvSpPr>
            <p:spPr>
              <a:xfrm>
                <a:off x="2959984" y="356531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1" name="Line"/>
              <p:cNvSpPr/>
              <p:nvPr/>
            </p:nvSpPr>
            <p:spPr>
              <a:xfrm>
                <a:off x="2961840" y="3659859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2" name="Line"/>
              <p:cNvSpPr/>
              <p:nvPr/>
            </p:nvSpPr>
            <p:spPr>
              <a:xfrm flipV="1">
                <a:off x="1687653" y="4138807"/>
                <a:ext cx="1" cy="33285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3" name="Line"/>
              <p:cNvSpPr/>
              <p:nvPr/>
            </p:nvSpPr>
            <p:spPr>
              <a:xfrm flipV="1">
                <a:off x="1782192" y="413845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4" name="Line"/>
              <p:cNvSpPr/>
              <p:nvPr/>
            </p:nvSpPr>
            <p:spPr>
              <a:xfrm flipV="1">
                <a:off x="1876730" y="413902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5" name="Line"/>
              <p:cNvSpPr/>
              <p:nvPr/>
            </p:nvSpPr>
            <p:spPr>
              <a:xfrm flipV="1">
                <a:off x="1971270" y="413651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36" name="SB"/>
              <p:cNvSpPr/>
              <p:nvPr/>
            </p:nvSpPr>
            <p:spPr>
              <a:xfrm>
                <a:off x="3158105" y="437314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141" name="Group"/>
              <p:cNvGrpSpPr/>
              <p:nvPr/>
            </p:nvGrpSpPr>
            <p:grpSpPr>
              <a:xfrm flipH="1" rot="10800000">
                <a:off x="67403" y="3304127"/>
                <a:ext cx="600281" cy="283618"/>
                <a:chOff x="19050" y="0"/>
                <a:chExt cx="600279" cy="283617"/>
              </a:xfrm>
            </p:grpSpPr>
            <p:sp>
              <p:nvSpPr>
                <p:cNvPr id="313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3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3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4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42" name="CLB"/>
              <p:cNvSpPr txBox="1"/>
              <p:nvPr/>
            </p:nvSpPr>
            <p:spPr>
              <a:xfrm>
                <a:off x="1385480" y="325616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147" name="Group"/>
              <p:cNvGrpSpPr/>
              <p:nvPr/>
            </p:nvGrpSpPr>
            <p:grpSpPr>
              <a:xfrm flipH="1">
                <a:off x="1640383" y="2292524"/>
                <a:ext cx="283618" cy="629476"/>
                <a:chOff x="0" y="19050"/>
                <a:chExt cx="283616" cy="629474"/>
              </a:xfrm>
            </p:grpSpPr>
            <p:sp>
              <p:nvSpPr>
                <p:cNvPr id="3143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44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45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46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48" name="Rectangle"/>
              <p:cNvSpPr/>
              <p:nvPr/>
            </p:nvSpPr>
            <p:spPr>
              <a:xfrm>
                <a:off x="3885453" y="289480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49" name="Line"/>
              <p:cNvSpPr/>
              <p:nvPr/>
            </p:nvSpPr>
            <p:spPr>
              <a:xfrm>
                <a:off x="6177963" y="3370492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0" name="Line"/>
              <p:cNvSpPr/>
              <p:nvPr/>
            </p:nvSpPr>
            <p:spPr>
              <a:xfrm>
                <a:off x="6173610" y="3465031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1" name="Line"/>
              <p:cNvSpPr/>
              <p:nvPr/>
            </p:nvSpPr>
            <p:spPr>
              <a:xfrm>
                <a:off x="6173610" y="3559570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2" name="Line"/>
              <p:cNvSpPr/>
              <p:nvPr/>
            </p:nvSpPr>
            <p:spPr>
              <a:xfrm>
                <a:off x="6175466" y="365410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3" name="Line"/>
              <p:cNvSpPr/>
              <p:nvPr/>
            </p:nvSpPr>
            <p:spPr>
              <a:xfrm flipV="1">
                <a:off x="4901279" y="413305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4" name="Line"/>
              <p:cNvSpPr/>
              <p:nvPr/>
            </p:nvSpPr>
            <p:spPr>
              <a:xfrm flipV="1">
                <a:off x="4995818" y="413270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5" name="Line"/>
              <p:cNvSpPr/>
              <p:nvPr/>
            </p:nvSpPr>
            <p:spPr>
              <a:xfrm flipV="1">
                <a:off x="5090357" y="4133274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6" name="Line"/>
              <p:cNvSpPr/>
              <p:nvPr/>
            </p:nvSpPr>
            <p:spPr>
              <a:xfrm flipV="1">
                <a:off x="5184896" y="413076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57" name="SB"/>
              <p:cNvSpPr/>
              <p:nvPr/>
            </p:nvSpPr>
            <p:spPr>
              <a:xfrm>
                <a:off x="6371732" y="4367398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162" name="Group"/>
              <p:cNvGrpSpPr/>
              <p:nvPr/>
            </p:nvGrpSpPr>
            <p:grpSpPr>
              <a:xfrm flipH="1" rot="10800000">
                <a:off x="3281029" y="3298377"/>
                <a:ext cx="600281" cy="283618"/>
                <a:chOff x="19050" y="0"/>
                <a:chExt cx="600279" cy="283617"/>
              </a:xfrm>
            </p:grpSpPr>
            <p:sp>
              <p:nvSpPr>
                <p:cNvPr id="3158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59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60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61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63" name="CLB"/>
              <p:cNvSpPr txBox="1"/>
              <p:nvPr/>
            </p:nvSpPr>
            <p:spPr>
              <a:xfrm>
                <a:off x="4599106" y="325041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168" name="Group"/>
              <p:cNvGrpSpPr/>
              <p:nvPr/>
            </p:nvGrpSpPr>
            <p:grpSpPr>
              <a:xfrm flipH="1">
                <a:off x="4820292" y="2283900"/>
                <a:ext cx="283618" cy="629475"/>
                <a:chOff x="0" y="19050"/>
                <a:chExt cx="283616" cy="629474"/>
              </a:xfrm>
            </p:grpSpPr>
            <p:sp>
              <p:nvSpPr>
                <p:cNvPr id="3164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65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66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67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69" name="Rectangle"/>
              <p:cNvSpPr/>
              <p:nvPr/>
            </p:nvSpPr>
            <p:spPr>
              <a:xfrm>
                <a:off x="7099079" y="2897678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70" name="Line"/>
              <p:cNvSpPr/>
              <p:nvPr/>
            </p:nvSpPr>
            <p:spPr>
              <a:xfrm>
                <a:off x="9391590" y="337336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1" name="Line"/>
              <p:cNvSpPr/>
              <p:nvPr/>
            </p:nvSpPr>
            <p:spPr>
              <a:xfrm>
                <a:off x="9387237" y="3467906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2" name="Line"/>
              <p:cNvSpPr/>
              <p:nvPr/>
            </p:nvSpPr>
            <p:spPr>
              <a:xfrm>
                <a:off x="9387237" y="356244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3" name="Line"/>
              <p:cNvSpPr/>
              <p:nvPr/>
            </p:nvSpPr>
            <p:spPr>
              <a:xfrm>
                <a:off x="9389092" y="365698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4" name="Line"/>
              <p:cNvSpPr/>
              <p:nvPr/>
            </p:nvSpPr>
            <p:spPr>
              <a:xfrm flipV="1">
                <a:off x="8114905" y="413593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5" name="Line"/>
              <p:cNvSpPr/>
              <p:nvPr/>
            </p:nvSpPr>
            <p:spPr>
              <a:xfrm flipV="1">
                <a:off x="8209445" y="4135578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6" name="Line"/>
              <p:cNvSpPr/>
              <p:nvPr/>
            </p:nvSpPr>
            <p:spPr>
              <a:xfrm flipV="1">
                <a:off x="8303984" y="4136149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7" name="Line"/>
              <p:cNvSpPr/>
              <p:nvPr/>
            </p:nvSpPr>
            <p:spPr>
              <a:xfrm flipV="1">
                <a:off x="8398523" y="4133638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78" name="SB"/>
              <p:cNvSpPr/>
              <p:nvPr/>
            </p:nvSpPr>
            <p:spPr>
              <a:xfrm>
                <a:off x="9585358" y="4370273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183" name="Group"/>
              <p:cNvGrpSpPr/>
              <p:nvPr/>
            </p:nvGrpSpPr>
            <p:grpSpPr>
              <a:xfrm flipH="1" rot="10800000">
                <a:off x="6494656" y="3301252"/>
                <a:ext cx="600281" cy="283618"/>
                <a:chOff x="19050" y="0"/>
                <a:chExt cx="600279" cy="283617"/>
              </a:xfrm>
            </p:grpSpPr>
            <p:sp>
              <p:nvSpPr>
                <p:cNvPr id="3179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0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1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2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84" name="CLB"/>
              <p:cNvSpPr txBox="1"/>
              <p:nvPr/>
            </p:nvSpPr>
            <p:spPr>
              <a:xfrm>
                <a:off x="7812733" y="325328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189" name="Group"/>
              <p:cNvGrpSpPr/>
              <p:nvPr/>
            </p:nvGrpSpPr>
            <p:grpSpPr>
              <a:xfrm flipH="1">
                <a:off x="8039570" y="2286203"/>
                <a:ext cx="283618" cy="629476"/>
                <a:chOff x="0" y="19050"/>
                <a:chExt cx="283616" cy="629474"/>
              </a:xfrm>
            </p:grpSpPr>
            <p:sp>
              <p:nvSpPr>
                <p:cNvPr id="3185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6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7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188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190" name="Rectangle"/>
              <p:cNvSpPr/>
              <p:nvPr/>
            </p:nvSpPr>
            <p:spPr>
              <a:xfrm>
                <a:off x="10312706" y="2891928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191" name="Line"/>
              <p:cNvSpPr/>
              <p:nvPr/>
            </p:nvSpPr>
            <p:spPr>
              <a:xfrm>
                <a:off x="12605215" y="336761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2" name="Line"/>
              <p:cNvSpPr/>
              <p:nvPr/>
            </p:nvSpPr>
            <p:spPr>
              <a:xfrm>
                <a:off x="12600864" y="3462156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3" name="Line"/>
              <p:cNvSpPr/>
              <p:nvPr/>
            </p:nvSpPr>
            <p:spPr>
              <a:xfrm>
                <a:off x="12600864" y="355669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4" name="Line"/>
              <p:cNvSpPr/>
              <p:nvPr/>
            </p:nvSpPr>
            <p:spPr>
              <a:xfrm>
                <a:off x="12602719" y="365123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5" name="Line"/>
              <p:cNvSpPr/>
              <p:nvPr/>
            </p:nvSpPr>
            <p:spPr>
              <a:xfrm flipV="1">
                <a:off x="11328532" y="413018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6" name="Line"/>
              <p:cNvSpPr/>
              <p:nvPr/>
            </p:nvSpPr>
            <p:spPr>
              <a:xfrm flipV="1">
                <a:off x="11423071" y="412982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7" name="Line"/>
              <p:cNvSpPr/>
              <p:nvPr/>
            </p:nvSpPr>
            <p:spPr>
              <a:xfrm flipV="1">
                <a:off x="11517609" y="413040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8" name="Line"/>
              <p:cNvSpPr/>
              <p:nvPr/>
            </p:nvSpPr>
            <p:spPr>
              <a:xfrm flipV="1">
                <a:off x="11612149" y="4127889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199" name="SB"/>
              <p:cNvSpPr/>
              <p:nvPr/>
            </p:nvSpPr>
            <p:spPr>
              <a:xfrm>
                <a:off x="12798985" y="4364523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204" name="Group"/>
              <p:cNvGrpSpPr/>
              <p:nvPr/>
            </p:nvGrpSpPr>
            <p:grpSpPr>
              <a:xfrm flipH="1" rot="10800000">
                <a:off x="9708282" y="3295503"/>
                <a:ext cx="600281" cy="283618"/>
                <a:chOff x="19050" y="0"/>
                <a:chExt cx="600279" cy="283617"/>
              </a:xfrm>
            </p:grpSpPr>
            <p:sp>
              <p:nvSpPr>
                <p:cNvPr id="3200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1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2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3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05" name="CLB"/>
              <p:cNvSpPr txBox="1"/>
              <p:nvPr/>
            </p:nvSpPr>
            <p:spPr>
              <a:xfrm>
                <a:off x="11026360" y="324753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210" name="Group"/>
              <p:cNvGrpSpPr/>
              <p:nvPr/>
            </p:nvGrpSpPr>
            <p:grpSpPr>
              <a:xfrm flipH="1">
                <a:off x="11243903" y="2286203"/>
                <a:ext cx="283618" cy="629476"/>
                <a:chOff x="0" y="19050"/>
                <a:chExt cx="283616" cy="629474"/>
              </a:xfrm>
            </p:grpSpPr>
            <p:sp>
              <p:nvSpPr>
                <p:cNvPr id="3206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7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8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09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11" name="Rectangle"/>
              <p:cNvSpPr/>
              <p:nvPr/>
            </p:nvSpPr>
            <p:spPr>
              <a:xfrm>
                <a:off x="13515392" y="289480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212" name="Line"/>
              <p:cNvSpPr/>
              <p:nvPr/>
            </p:nvSpPr>
            <p:spPr>
              <a:xfrm>
                <a:off x="15807900" y="3370492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3" name="Line"/>
              <p:cNvSpPr/>
              <p:nvPr/>
            </p:nvSpPr>
            <p:spPr>
              <a:xfrm>
                <a:off x="15803550" y="346503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4" name="Line"/>
              <p:cNvSpPr/>
              <p:nvPr/>
            </p:nvSpPr>
            <p:spPr>
              <a:xfrm>
                <a:off x="15803550" y="3559570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5" name="Line"/>
              <p:cNvSpPr/>
              <p:nvPr/>
            </p:nvSpPr>
            <p:spPr>
              <a:xfrm>
                <a:off x="15805404" y="365410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6" name="Line"/>
              <p:cNvSpPr/>
              <p:nvPr/>
            </p:nvSpPr>
            <p:spPr>
              <a:xfrm flipV="1">
                <a:off x="14531218" y="413305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7" name="Line"/>
              <p:cNvSpPr/>
              <p:nvPr/>
            </p:nvSpPr>
            <p:spPr>
              <a:xfrm flipV="1">
                <a:off x="14625755" y="4132703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8" name="Line"/>
              <p:cNvSpPr/>
              <p:nvPr/>
            </p:nvSpPr>
            <p:spPr>
              <a:xfrm flipV="1">
                <a:off x="14720295" y="4133274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19" name="Line"/>
              <p:cNvSpPr/>
              <p:nvPr/>
            </p:nvSpPr>
            <p:spPr>
              <a:xfrm flipV="1">
                <a:off x="14814835" y="4130763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20" name="SB"/>
              <p:cNvSpPr/>
              <p:nvPr/>
            </p:nvSpPr>
            <p:spPr>
              <a:xfrm>
                <a:off x="16001671" y="4367398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225" name="Group"/>
              <p:cNvGrpSpPr/>
              <p:nvPr/>
            </p:nvGrpSpPr>
            <p:grpSpPr>
              <a:xfrm flipH="1" rot="10800000">
                <a:off x="12910967" y="3298377"/>
                <a:ext cx="600281" cy="283618"/>
                <a:chOff x="19050" y="0"/>
                <a:chExt cx="600279" cy="283617"/>
              </a:xfrm>
            </p:grpSpPr>
            <p:sp>
              <p:nvSpPr>
                <p:cNvPr id="322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2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2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2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26" name="CLB"/>
              <p:cNvSpPr txBox="1"/>
              <p:nvPr/>
            </p:nvSpPr>
            <p:spPr>
              <a:xfrm>
                <a:off x="14229044" y="325041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231" name="Group"/>
              <p:cNvGrpSpPr/>
              <p:nvPr/>
            </p:nvGrpSpPr>
            <p:grpSpPr>
              <a:xfrm flipH="1">
                <a:off x="14428489" y="2292524"/>
                <a:ext cx="283618" cy="629476"/>
                <a:chOff x="0" y="19050"/>
                <a:chExt cx="283616" cy="629474"/>
              </a:xfrm>
            </p:grpSpPr>
            <p:sp>
              <p:nvSpPr>
                <p:cNvPr id="3227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28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29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30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32" name="Line"/>
              <p:cNvSpPr/>
              <p:nvPr/>
            </p:nvSpPr>
            <p:spPr>
              <a:xfrm flipH="1">
                <a:off x="13250670" y="693943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3" name="Line"/>
              <p:cNvSpPr/>
              <p:nvPr/>
            </p:nvSpPr>
            <p:spPr>
              <a:xfrm flipH="1">
                <a:off x="13250670" y="6846711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4" name="Line"/>
              <p:cNvSpPr/>
              <p:nvPr/>
            </p:nvSpPr>
            <p:spPr>
              <a:xfrm flipH="1">
                <a:off x="13250670" y="675399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5" name="Line"/>
              <p:cNvSpPr/>
              <p:nvPr/>
            </p:nvSpPr>
            <p:spPr>
              <a:xfrm flipH="1">
                <a:off x="13250670" y="666127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6" name="Line"/>
              <p:cNvSpPr/>
              <p:nvPr/>
            </p:nvSpPr>
            <p:spPr>
              <a:xfrm flipH="1">
                <a:off x="10047984" y="693655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7" name="Line"/>
              <p:cNvSpPr/>
              <p:nvPr/>
            </p:nvSpPr>
            <p:spPr>
              <a:xfrm flipH="1">
                <a:off x="10047984" y="6843836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8" name="Line"/>
              <p:cNvSpPr/>
              <p:nvPr/>
            </p:nvSpPr>
            <p:spPr>
              <a:xfrm flipH="1">
                <a:off x="10047984" y="675111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39" name="Line"/>
              <p:cNvSpPr/>
              <p:nvPr/>
            </p:nvSpPr>
            <p:spPr>
              <a:xfrm flipH="1">
                <a:off x="10047984" y="665839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0" name="Line"/>
              <p:cNvSpPr/>
              <p:nvPr/>
            </p:nvSpPr>
            <p:spPr>
              <a:xfrm flipH="1">
                <a:off x="6834357" y="694230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1" name="Line"/>
              <p:cNvSpPr/>
              <p:nvPr/>
            </p:nvSpPr>
            <p:spPr>
              <a:xfrm flipH="1">
                <a:off x="6834357" y="6849585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2" name="Line"/>
              <p:cNvSpPr/>
              <p:nvPr/>
            </p:nvSpPr>
            <p:spPr>
              <a:xfrm flipH="1">
                <a:off x="6834357" y="675686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3" name="Line"/>
              <p:cNvSpPr/>
              <p:nvPr/>
            </p:nvSpPr>
            <p:spPr>
              <a:xfrm flipH="1">
                <a:off x="6834357" y="666414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4" name="Line"/>
              <p:cNvSpPr/>
              <p:nvPr/>
            </p:nvSpPr>
            <p:spPr>
              <a:xfrm flipH="1">
                <a:off x="3620730" y="693943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5" name="Line"/>
              <p:cNvSpPr/>
              <p:nvPr/>
            </p:nvSpPr>
            <p:spPr>
              <a:xfrm flipH="1">
                <a:off x="3620730" y="684671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6" name="Line"/>
              <p:cNvSpPr/>
              <p:nvPr/>
            </p:nvSpPr>
            <p:spPr>
              <a:xfrm flipH="1">
                <a:off x="3620730" y="675399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7" name="Line"/>
              <p:cNvSpPr/>
              <p:nvPr/>
            </p:nvSpPr>
            <p:spPr>
              <a:xfrm flipH="1">
                <a:off x="3620730" y="666127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8" name="Line"/>
              <p:cNvSpPr/>
              <p:nvPr/>
            </p:nvSpPr>
            <p:spPr>
              <a:xfrm flipH="1">
                <a:off x="407104" y="6945179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49" name="Line"/>
              <p:cNvSpPr/>
              <p:nvPr/>
            </p:nvSpPr>
            <p:spPr>
              <a:xfrm flipH="1">
                <a:off x="407104" y="685246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0" name="Line"/>
              <p:cNvSpPr/>
              <p:nvPr/>
            </p:nvSpPr>
            <p:spPr>
              <a:xfrm flipH="1">
                <a:off x="407104" y="6759742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1" name="Line"/>
              <p:cNvSpPr/>
              <p:nvPr/>
            </p:nvSpPr>
            <p:spPr>
              <a:xfrm flipH="1">
                <a:off x="407104" y="6667024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2" name="Rectangle"/>
              <p:cNvSpPr/>
              <p:nvPr/>
            </p:nvSpPr>
            <p:spPr>
              <a:xfrm>
                <a:off x="634847" y="5079392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253" name="Line"/>
              <p:cNvSpPr/>
              <p:nvPr/>
            </p:nvSpPr>
            <p:spPr>
              <a:xfrm>
                <a:off x="2927357" y="555508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4" name="Line"/>
              <p:cNvSpPr/>
              <p:nvPr/>
            </p:nvSpPr>
            <p:spPr>
              <a:xfrm>
                <a:off x="2923005" y="5649620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5" name="Line"/>
              <p:cNvSpPr/>
              <p:nvPr/>
            </p:nvSpPr>
            <p:spPr>
              <a:xfrm>
                <a:off x="2923005" y="5744159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6" name="Line"/>
              <p:cNvSpPr/>
              <p:nvPr/>
            </p:nvSpPr>
            <p:spPr>
              <a:xfrm>
                <a:off x="2924861" y="5838698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7" name="Line"/>
              <p:cNvSpPr/>
              <p:nvPr/>
            </p:nvSpPr>
            <p:spPr>
              <a:xfrm flipV="1">
                <a:off x="1650673" y="6317646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8" name="Line"/>
              <p:cNvSpPr/>
              <p:nvPr/>
            </p:nvSpPr>
            <p:spPr>
              <a:xfrm flipV="1">
                <a:off x="1745212" y="631729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59" name="Line"/>
              <p:cNvSpPr/>
              <p:nvPr/>
            </p:nvSpPr>
            <p:spPr>
              <a:xfrm flipV="1">
                <a:off x="1839751" y="631786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60" name="Line"/>
              <p:cNvSpPr/>
              <p:nvPr/>
            </p:nvSpPr>
            <p:spPr>
              <a:xfrm flipV="1">
                <a:off x="1934291" y="631535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61" name="SB"/>
              <p:cNvSpPr/>
              <p:nvPr/>
            </p:nvSpPr>
            <p:spPr>
              <a:xfrm>
                <a:off x="3121126" y="6551987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266" name="Group"/>
              <p:cNvGrpSpPr/>
              <p:nvPr/>
            </p:nvGrpSpPr>
            <p:grpSpPr>
              <a:xfrm flipH="1" rot="10800000">
                <a:off x="30424" y="5482966"/>
                <a:ext cx="600281" cy="283619"/>
                <a:chOff x="19050" y="0"/>
                <a:chExt cx="600279" cy="283617"/>
              </a:xfrm>
            </p:grpSpPr>
            <p:sp>
              <p:nvSpPr>
                <p:cNvPr id="3262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63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64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65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67" name="CLB"/>
              <p:cNvSpPr txBox="1"/>
              <p:nvPr/>
            </p:nvSpPr>
            <p:spPr>
              <a:xfrm>
                <a:off x="1348501" y="543500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272" name="Group"/>
              <p:cNvGrpSpPr/>
              <p:nvPr/>
            </p:nvGrpSpPr>
            <p:grpSpPr>
              <a:xfrm flipH="1">
                <a:off x="1603404" y="4471363"/>
                <a:ext cx="283617" cy="629476"/>
                <a:chOff x="0" y="19050"/>
                <a:chExt cx="283616" cy="629474"/>
              </a:xfrm>
            </p:grpSpPr>
            <p:sp>
              <p:nvSpPr>
                <p:cNvPr id="3268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69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70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71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73" name="Rectangle"/>
              <p:cNvSpPr/>
              <p:nvPr/>
            </p:nvSpPr>
            <p:spPr>
              <a:xfrm>
                <a:off x="3848474" y="507364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274" name="Line"/>
              <p:cNvSpPr/>
              <p:nvPr/>
            </p:nvSpPr>
            <p:spPr>
              <a:xfrm>
                <a:off x="6140984" y="5549331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75" name="Line"/>
              <p:cNvSpPr/>
              <p:nvPr/>
            </p:nvSpPr>
            <p:spPr>
              <a:xfrm>
                <a:off x="6136631" y="564387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76" name="Line"/>
              <p:cNvSpPr/>
              <p:nvPr/>
            </p:nvSpPr>
            <p:spPr>
              <a:xfrm>
                <a:off x="6136631" y="5738410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77" name="Line"/>
              <p:cNvSpPr/>
              <p:nvPr/>
            </p:nvSpPr>
            <p:spPr>
              <a:xfrm>
                <a:off x="6138487" y="583294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78" name="Line"/>
              <p:cNvSpPr/>
              <p:nvPr/>
            </p:nvSpPr>
            <p:spPr>
              <a:xfrm flipV="1">
                <a:off x="4864300" y="631189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79" name="Line"/>
              <p:cNvSpPr/>
              <p:nvPr/>
            </p:nvSpPr>
            <p:spPr>
              <a:xfrm flipV="1">
                <a:off x="4958839" y="631154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80" name="Line"/>
              <p:cNvSpPr/>
              <p:nvPr/>
            </p:nvSpPr>
            <p:spPr>
              <a:xfrm flipV="1">
                <a:off x="5053378" y="631211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81" name="Line"/>
              <p:cNvSpPr/>
              <p:nvPr/>
            </p:nvSpPr>
            <p:spPr>
              <a:xfrm flipV="1">
                <a:off x="5147917" y="630960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82" name="SB"/>
              <p:cNvSpPr/>
              <p:nvPr/>
            </p:nvSpPr>
            <p:spPr>
              <a:xfrm>
                <a:off x="6334752" y="654623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287" name="Group"/>
              <p:cNvGrpSpPr/>
              <p:nvPr/>
            </p:nvGrpSpPr>
            <p:grpSpPr>
              <a:xfrm flipH="1" rot="10800000">
                <a:off x="3244050" y="5477217"/>
                <a:ext cx="600281" cy="283618"/>
                <a:chOff x="19050" y="0"/>
                <a:chExt cx="600279" cy="283617"/>
              </a:xfrm>
            </p:grpSpPr>
            <p:sp>
              <p:nvSpPr>
                <p:cNvPr id="3283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84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85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86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88" name="CLB"/>
              <p:cNvSpPr txBox="1"/>
              <p:nvPr/>
            </p:nvSpPr>
            <p:spPr>
              <a:xfrm>
                <a:off x="4562127" y="542925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293" name="Group"/>
              <p:cNvGrpSpPr/>
              <p:nvPr/>
            </p:nvGrpSpPr>
            <p:grpSpPr>
              <a:xfrm flipH="1">
                <a:off x="4783313" y="4462739"/>
                <a:ext cx="283617" cy="629476"/>
                <a:chOff x="0" y="19050"/>
                <a:chExt cx="283616" cy="629474"/>
              </a:xfrm>
            </p:grpSpPr>
            <p:sp>
              <p:nvSpPr>
                <p:cNvPr id="3289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90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91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292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294" name="Rectangle"/>
              <p:cNvSpPr/>
              <p:nvPr/>
            </p:nvSpPr>
            <p:spPr>
              <a:xfrm>
                <a:off x="7062100" y="5076518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295" name="Line"/>
              <p:cNvSpPr/>
              <p:nvPr/>
            </p:nvSpPr>
            <p:spPr>
              <a:xfrm>
                <a:off x="9354611" y="5552206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96" name="Line"/>
              <p:cNvSpPr/>
              <p:nvPr/>
            </p:nvSpPr>
            <p:spPr>
              <a:xfrm>
                <a:off x="9350257" y="5646746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97" name="Line"/>
              <p:cNvSpPr/>
              <p:nvPr/>
            </p:nvSpPr>
            <p:spPr>
              <a:xfrm>
                <a:off x="9350257" y="5741285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98" name="Line"/>
              <p:cNvSpPr/>
              <p:nvPr/>
            </p:nvSpPr>
            <p:spPr>
              <a:xfrm>
                <a:off x="9352113" y="583582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299" name="Line"/>
              <p:cNvSpPr/>
              <p:nvPr/>
            </p:nvSpPr>
            <p:spPr>
              <a:xfrm flipV="1">
                <a:off x="8077926" y="631477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00" name="Line"/>
              <p:cNvSpPr/>
              <p:nvPr/>
            </p:nvSpPr>
            <p:spPr>
              <a:xfrm flipV="1">
                <a:off x="8172466" y="6314418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01" name="Line"/>
              <p:cNvSpPr/>
              <p:nvPr/>
            </p:nvSpPr>
            <p:spPr>
              <a:xfrm flipV="1">
                <a:off x="8267005" y="6314989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02" name="Line"/>
              <p:cNvSpPr/>
              <p:nvPr/>
            </p:nvSpPr>
            <p:spPr>
              <a:xfrm flipV="1">
                <a:off x="8361544" y="6312478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03" name="SB"/>
              <p:cNvSpPr/>
              <p:nvPr/>
            </p:nvSpPr>
            <p:spPr>
              <a:xfrm>
                <a:off x="9548379" y="6549112"/>
                <a:ext cx="525377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308" name="Group"/>
              <p:cNvGrpSpPr/>
              <p:nvPr/>
            </p:nvGrpSpPr>
            <p:grpSpPr>
              <a:xfrm flipH="1" rot="10800000">
                <a:off x="6457677" y="5480092"/>
                <a:ext cx="600280" cy="283618"/>
                <a:chOff x="19050" y="0"/>
                <a:chExt cx="600279" cy="283617"/>
              </a:xfrm>
            </p:grpSpPr>
            <p:sp>
              <p:nvSpPr>
                <p:cNvPr id="3304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05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06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07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09" name="CLB"/>
              <p:cNvSpPr txBox="1"/>
              <p:nvPr/>
            </p:nvSpPr>
            <p:spPr>
              <a:xfrm>
                <a:off x="7775754" y="543212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314" name="Group"/>
              <p:cNvGrpSpPr/>
              <p:nvPr/>
            </p:nvGrpSpPr>
            <p:grpSpPr>
              <a:xfrm flipH="1">
                <a:off x="8002591" y="4465043"/>
                <a:ext cx="283617" cy="629476"/>
                <a:chOff x="0" y="19050"/>
                <a:chExt cx="283616" cy="629474"/>
              </a:xfrm>
            </p:grpSpPr>
            <p:sp>
              <p:nvSpPr>
                <p:cNvPr id="3310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11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12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13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15" name="Rectangle"/>
              <p:cNvSpPr/>
              <p:nvPr/>
            </p:nvSpPr>
            <p:spPr>
              <a:xfrm>
                <a:off x="10275727" y="5070768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316" name="Line"/>
              <p:cNvSpPr/>
              <p:nvPr/>
            </p:nvSpPr>
            <p:spPr>
              <a:xfrm>
                <a:off x="12568236" y="5546457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17" name="Line"/>
              <p:cNvSpPr/>
              <p:nvPr/>
            </p:nvSpPr>
            <p:spPr>
              <a:xfrm>
                <a:off x="12563885" y="5640995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18" name="Line"/>
              <p:cNvSpPr/>
              <p:nvPr/>
            </p:nvSpPr>
            <p:spPr>
              <a:xfrm>
                <a:off x="12563885" y="5735535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19" name="Line"/>
              <p:cNvSpPr/>
              <p:nvPr/>
            </p:nvSpPr>
            <p:spPr>
              <a:xfrm>
                <a:off x="12565740" y="5830074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20" name="Line"/>
              <p:cNvSpPr/>
              <p:nvPr/>
            </p:nvSpPr>
            <p:spPr>
              <a:xfrm flipV="1">
                <a:off x="11291553" y="6309022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21" name="Line"/>
              <p:cNvSpPr/>
              <p:nvPr/>
            </p:nvSpPr>
            <p:spPr>
              <a:xfrm flipV="1">
                <a:off x="11386091" y="6308669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22" name="Line"/>
              <p:cNvSpPr/>
              <p:nvPr/>
            </p:nvSpPr>
            <p:spPr>
              <a:xfrm flipV="1">
                <a:off x="11480630" y="6309239"/>
                <a:ext cx="1" cy="5250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23" name="Line"/>
              <p:cNvSpPr/>
              <p:nvPr/>
            </p:nvSpPr>
            <p:spPr>
              <a:xfrm flipV="1">
                <a:off x="11575170" y="6306729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24" name="SB"/>
              <p:cNvSpPr/>
              <p:nvPr/>
            </p:nvSpPr>
            <p:spPr>
              <a:xfrm>
                <a:off x="12762006" y="6543363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329" name="Group"/>
              <p:cNvGrpSpPr/>
              <p:nvPr/>
            </p:nvGrpSpPr>
            <p:grpSpPr>
              <a:xfrm flipH="1" rot="10800000">
                <a:off x="9671303" y="5474342"/>
                <a:ext cx="600281" cy="283618"/>
                <a:chOff x="19050" y="0"/>
                <a:chExt cx="600279" cy="283617"/>
              </a:xfrm>
            </p:grpSpPr>
            <p:sp>
              <p:nvSpPr>
                <p:cNvPr id="3325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26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27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28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30" name="CLB"/>
              <p:cNvSpPr txBox="1"/>
              <p:nvPr/>
            </p:nvSpPr>
            <p:spPr>
              <a:xfrm>
                <a:off x="10989381" y="5426375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335" name="Group"/>
              <p:cNvGrpSpPr/>
              <p:nvPr/>
            </p:nvGrpSpPr>
            <p:grpSpPr>
              <a:xfrm flipH="1">
                <a:off x="11206924" y="4465043"/>
                <a:ext cx="283617" cy="629476"/>
                <a:chOff x="0" y="19050"/>
                <a:chExt cx="283616" cy="629474"/>
              </a:xfrm>
            </p:grpSpPr>
            <p:sp>
              <p:nvSpPr>
                <p:cNvPr id="3331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32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33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34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36" name="Rectangle"/>
              <p:cNvSpPr/>
              <p:nvPr/>
            </p:nvSpPr>
            <p:spPr>
              <a:xfrm>
                <a:off x="13478411" y="5073643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337" name="Line"/>
              <p:cNvSpPr/>
              <p:nvPr/>
            </p:nvSpPr>
            <p:spPr>
              <a:xfrm>
                <a:off x="15770922" y="5549331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38" name="Line"/>
              <p:cNvSpPr/>
              <p:nvPr/>
            </p:nvSpPr>
            <p:spPr>
              <a:xfrm>
                <a:off x="15766569" y="5643871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39" name="Line"/>
              <p:cNvSpPr/>
              <p:nvPr/>
            </p:nvSpPr>
            <p:spPr>
              <a:xfrm>
                <a:off x="15766569" y="5738410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0" name="Line"/>
              <p:cNvSpPr/>
              <p:nvPr/>
            </p:nvSpPr>
            <p:spPr>
              <a:xfrm>
                <a:off x="15768426" y="5832949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1" name="Line"/>
              <p:cNvSpPr/>
              <p:nvPr/>
            </p:nvSpPr>
            <p:spPr>
              <a:xfrm flipV="1">
                <a:off x="14494238" y="6311897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2" name="Line"/>
              <p:cNvSpPr/>
              <p:nvPr/>
            </p:nvSpPr>
            <p:spPr>
              <a:xfrm flipV="1">
                <a:off x="14588777" y="6311543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3" name="Line"/>
              <p:cNvSpPr/>
              <p:nvPr/>
            </p:nvSpPr>
            <p:spPr>
              <a:xfrm flipV="1">
                <a:off x="14683315" y="6312114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4" name="Line"/>
              <p:cNvSpPr/>
              <p:nvPr/>
            </p:nvSpPr>
            <p:spPr>
              <a:xfrm flipV="1">
                <a:off x="14777854" y="6309603"/>
                <a:ext cx="1" cy="62947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45" name="SB"/>
              <p:cNvSpPr/>
              <p:nvPr/>
            </p:nvSpPr>
            <p:spPr>
              <a:xfrm>
                <a:off x="15964690" y="6546237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350" name="Group"/>
              <p:cNvGrpSpPr/>
              <p:nvPr/>
            </p:nvGrpSpPr>
            <p:grpSpPr>
              <a:xfrm flipH="1" rot="10800000">
                <a:off x="12873988" y="5477217"/>
                <a:ext cx="600281" cy="283618"/>
                <a:chOff x="19050" y="0"/>
                <a:chExt cx="600279" cy="283617"/>
              </a:xfrm>
            </p:grpSpPr>
            <p:sp>
              <p:nvSpPr>
                <p:cNvPr id="3346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7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8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49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51" name="CLB"/>
              <p:cNvSpPr txBox="1"/>
              <p:nvPr/>
            </p:nvSpPr>
            <p:spPr>
              <a:xfrm>
                <a:off x="14192067" y="5429250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356" name="Group"/>
              <p:cNvGrpSpPr/>
              <p:nvPr/>
            </p:nvGrpSpPr>
            <p:grpSpPr>
              <a:xfrm flipH="1">
                <a:off x="14391509" y="4471363"/>
                <a:ext cx="283617" cy="629476"/>
                <a:chOff x="0" y="19050"/>
                <a:chExt cx="283616" cy="629474"/>
              </a:xfrm>
            </p:grpSpPr>
            <p:sp>
              <p:nvSpPr>
                <p:cNvPr id="3352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3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4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55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57" name="Line"/>
              <p:cNvSpPr/>
              <p:nvPr/>
            </p:nvSpPr>
            <p:spPr>
              <a:xfrm flipH="1">
                <a:off x="13239294" y="91172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58" name="Line"/>
              <p:cNvSpPr/>
              <p:nvPr/>
            </p:nvSpPr>
            <p:spPr>
              <a:xfrm flipH="1">
                <a:off x="13239294" y="902448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59" name="Line"/>
              <p:cNvSpPr/>
              <p:nvPr/>
            </p:nvSpPr>
            <p:spPr>
              <a:xfrm flipH="1">
                <a:off x="13239294" y="893176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0" name="Line"/>
              <p:cNvSpPr/>
              <p:nvPr/>
            </p:nvSpPr>
            <p:spPr>
              <a:xfrm flipH="1">
                <a:off x="13239294" y="883905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1" name="Line"/>
              <p:cNvSpPr/>
              <p:nvPr/>
            </p:nvSpPr>
            <p:spPr>
              <a:xfrm flipH="1">
                <a:off x="10036609" y="911433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2" name="Line"/>
              <p:cNvSpPr/>
              <p:nvPr/>
            </p:nvSpPr>
            <p:spPr>
              <a:xfrm flipH="1">
                <a:off x="10036609" y="902161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3" name="Line"/>
              <p:cNvSpPr/>
              <p:nvPr/>
            </p:nvSpPr>
            <p:spPr>
              <a:xfrm flipH="1">
                <a:off x="10036609" y="8928894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4" name="Line"/>
              <p:cNvSpPr/>
              <p:nvPr/>
            </p:nvSpPr>
            <p:spPr>
              <a:xfrm flipH="1">
                <a:off x="10036609" y="8836176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5" name="Line"/>
              <p:cNvSpPr/>
              <p:nvPr/>
            </p:nvSpPr>
            <p:spPr>
              <a:xfrm flipH="1">
                <a:off x="6822982" y="9120081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6" name="Line"/>
              <p:cNvSpPr/>
              <p:nvPr/>
            </p:nvSpPr>
            <p:spPr>
              <a:xfrm flipH="1">
                <a:off x="6822982" y="9027362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7" name="Line"/>
              <p:cNvSpPr/>
              <p:nvPr/>
            </p:nvSpPr>
            <p:spPr>
              <a:xfrm flipH="1">
                <a:off x="6822982" y="8934643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8" name="Line"/>
              <p:cNvSpPr/>
              <p:nvPr/>
            </p:nvSpPr>
            <p:spPr>
              <a:xfrm flipH="1">
                <a:off x="6822982" y="8841925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69" name="Line"/>
              <p:cNvSpPr/>
              <p:nvPr/>
            </p:nvSpPr>
            <p:spPr>
              <a:xfrm flipH="1">
                <a:off x="3609356" y="911720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0" name="Line"/>
              <p:cNvSpPr/>
              <p:nvPr/>
            </p:nvSpPr>
            <p:spPr>
              <a:xfrm flipH="1">
                <a:off x="3609356" y="9024487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1" name="Line"/>
              <p:cNvSpPr/>
              <p:nvPr/>
            </p:nvSpPr>
            <p:spPr>
              <a:xfrm flipH="1">
                <a:off x="3609356" y="8931768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2" name="Line"/>
              <p:cNvSpPr/>
              <p:nvPr/>
            </p:nvSpPr>
            <p:spPr>
              <a:xfrm flipH="1">
                <a:off x="3609356" y="8839050"/>
                <a:ext cx="2770756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3" name="Line"/>
              <p:cNvSpPr/>
              <p:nvPr/>
            </p:nvSpPr>
            <p:spPr>
              <a:xfrm flipH="1">
                <a:off x="395729" y="9122956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4" name="Line"/>
              <p:cNvSpPr/>
              <p:nvPr/>
            </p:nvSpPr>
            <p:spPr>
              <a:xfrm flipH="1">
                <a:off x="395729" y="9030237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5" name="Line"/>
              <p:cNvSpPr/>
              <p:nvPr/>
            </p:nvSpPr>
            <p:spPr>
              <a:xfrm flipH="1">
                <a:off x="395729" y="8937518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6" name="Line"/>
              <p:cNvSpPr/>
              <p:nvPr/>
            </p:nvSpPr>
            <p:spPr>
              <a:xfrm flipH="1">
                <a:off x="395729" y="8844800"/>
                <a:ext cx="2770757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7" name="Rectangle"/>
              <p:cNvSpPr/>
              <p:nvPr/>
            </p:nvSpPr>
            <p:spPr>
              <a:xfrm>
                <a:off x="623473" y="7257168"/>
                <a:ext cx="2293235" cy="1234997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378" name="Line"/>
              <p:cNvSpPr/>
              <p:nvPr/>
            </p:nvSpPr>
            <p:spPr>
              <a:xfrm>
                <a:off x="2915983" y="7732858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79" name="Line"/>
              <p:cNvSpPr/>
              <p:nvPr/>
            </p:nvSpPr>
            <p:spPr>
              <a:xfrm>
                <a:off x="2911630" y="7827396"/>
                <a:ext cx="411999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0" name="Line"/>
              <p:cNvSpPr/>
              <p:nvPr/>
            </p:nvSpPr>
            <p:spPr>
              <a:xfrm>
                <a:off x="2911630" y="7921935"/>
                <a:ext cx="5003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1" name="Line"/>
              <p:cNvSpPr/>
              <p:nvPr/>
            </p:nvSpPr>
            <p:spPr>
              <a:xfrm>
                <a:off x="2913486" y="801647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2" name="Line"/>
              <p:cNvSpPr/>
              <p:nvPr/>
            </p:nvSpPr>
            <p:spPr>
              <a:xfrm flipV="1">
                <a:off x="1639299" y="8495423"/>
                <a:ext cx="1" cy="33285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3" name="Line"/>
              <p:cNvSpPr/>
              <p:nvPr/>
            </p:nvSpPr>
            <p:spPr>
              <a:xfrm flipV="1">
                <a:off x="1733838" y="849506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4" name="Line"/>
              <p:cNvSpPr/>
              <p:nvPr/>
            </p:nvSpPr>
            <p:spPr>
              <a:xfrm flipV="1">
                <a:off x="1828377" y="849564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5" name="Line"/>
              <p:cNvSpPr/>
              <p:nvPr/>
            </p:nvSpPr>
            <p:spPr>
              <a:xfrm flipV="1">
                <a:off x="1922916" y="849312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386" name="SB"/>
              <p:cNvSpPr/>
              <p:nvPr/>
            </p:nvSpPr>
            <p:spPr>
              <a:xfrm>
                <a:off x="3109752" y="8729764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391" name="Group"/>
              <p:cNvGrpSpPr/>
              <p:nvPr/>
            </p:nvGrpSpPr>
            <p:grpSpPr>
              <a:xfrm flipH="1" rot="10800000">
                <a:off x="19050" y="7660743"/>
                <a:ext cx="600280" cy="283618"/>
                <a:chOff x="19050" y="0"/>
                <a:chExt cx="600279" cy="283617"/>
              </a:xfrm>
            </p:grpSpPr>
            <p:sp>
              <p:nvSpPr>
                <p:cNvPr id="3387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88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89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90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92" name="CLB"/>
              <p:cNvSpPr txBox="1"/>
              <p:nvPr/>
            </p:nvSpPr>
            <p:spPr>
              <a:xfrm>
                <a:off x="1337126" y="761277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397" name="Group"/>
              <p:cNvGrpSpPr/>
              <p:nvPr/>
            </p:nvGrpSpPr>
            <p:grpSpPr>
              <a:xfrm flipH="1">
                <a:off x="1592029" y="6649140"/>
                <a:ext cx="283618" cy="629476"/>
                <a:chOff x="0" y="19050"/>
                <a:chExt cx="283616" cy="629474"/>
              </a:xfrm>
            </p:grpSpPr>
            <p:sp>
              <p:nvSpPr>
                <p:cNvPr id="3393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94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95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396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398" name="Rectangle"/>
              <p:cNvSpPr/>
              <p:nvPr/>
            </p:nvSpPr>
            <p:spPr>
              <a:xfrm>
                <a:off x="3837099" y="7251419"/>
                <a:ext cx="2293236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399" name="Line"/>
              <p:cNvSpPr/>
              <p:nvPr/>
            </p:nvSpPr>
            <p:spPr>
              <a:xfrm>
                <a:off x="6129609" y="7727108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0" name="Line"/>
              <p:cNvSpPr/>
              <p:nvPr/>
            </p:nvSpPr>
            <p:spPr>
              <a:xfrm>
                <a:off x="6125257" y="7821647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1" name="Line"/>
              <p:cNvSpPr/>
              <p:nvPr/>
            </p:nvSpPr>
            <p:spPr>
              <a:xfrm>
                <a:off x="6125257" y="7916186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2" name="Line"/>
              <p:cNvSpPr/>
              <p:nvPr/>
            </p:nvSpPr>
            <p:spPr>
              <a:xfrm>
                <a:off x="6127112" y="801072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3" name="Line"/>
              <p:cNvSpPr/>
              <p:nvPr/>
            </p:nvSpPr>
            <p:spPr>
              <a:xfrm flipV="1">
                <a:off x="4852925" y="8489673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4" name="Line"/>
              <p:cNvSpPr/>
              <p:nvPr/>
            </p:nvSpPr>
            <p:spPr>
              <a:xfrm flipV="1">
                <a:off x="4947464" y="848931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5" name="Line"/>
              <p:cNvSpPr/>
              <p:nvPr/>
            </p:nvSpPr>
            <p:spPr>
              <a:xfrm flipV="1">
                <a:off x="5042003" y="84898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6" name="Line"/>
              <p:cNvSpPr/>
              <p:nvPr/>
            </p:nvSpPr>
            <p:spPr>
              <a:xfrm flipV="1">
                <a:off x="5136543" y="848737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07" name="SB"/>
              <p:cNvSpPr/>
              <p:nvPr/>
            </p:nvSpPr>
            <p:spPr>
              <a:xfrm>
                <a:off x="6323378" y="8724014"/>
                <a:ext cx="525377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412" name="Group"/>
              <p:cNvGrpSpPr/>
              <p:nvPr/>
            </p:nvGrpSpPr>
            <p:grpSpPr>
              <a:xfrm flipH="1" rot="10800000">
                <a:off x="3232676" y="7654993"/>
                <a:ext cx="600281" cy="283619"/>
                <a:chOff x="19050" y="0"/>
                <a:chExt cx="600279" cy="283617"/>
              </a:xfrm>
            </p:grpSpPr>
            <p:sp>
              <p:nvSpPr>
                <p:cNvPr id="3408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09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0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1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13" name="CLB"/>
              <p:cNvSpPr txBox="1"/>
              <p:nvPr/>
            </p:nvSpPr>
            <p:spPr>
              <a:xfrm>
                <a:off x="4550753" y="760702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418" name="Group"/>
              <p:cNvGrpSpPr/>
              <p:nvPr/>
            </p:nvGrpSpPr>
            <p:grpSpPr>
              <a:xfrm flipH="1">
                <a:off x="4771938" y="6640516"/>
                <a:ext cx="283618" cy="629476"/>
                <a:chOff x="0" y="19050"/>
                <a:chExt cx="283616" cy="629474"/>
              </a:xfrm>
            </p:grpSpPr>
            <p:sp>
              <p:nvSpPr>
                <p:cNvPr id="3414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5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6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17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19" name="Rectangle"/>
              <p:cNvSpPr/>
              <p:nvPr/>
            </p:nvSpPr>
            <p:spPr>
              <a:xfrm>
                <a:off x="7050726" y="7254294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420" name="Line"/>
              <p:cNvSpPr/>
              <p:nvPr/>
            </p:nvSpPr>
            <p:spPr>
              <a:xfrm>
                <a:off x="9343236" y="7729983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1" name="Line"/>
              <p:cNvSpPr/>
              <p:nvPr/>
            </p:nvSpPr>
            <p:spPr>
              <a:xfrm>
                <a:off x="9338883" y="7824522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2" name="Line"/>
              <p:cNvSpPr/>
              <p:nvPr/>
            </p:nvSpPr>
            <p:spPr>
              <a:xfrm>
                <a:off x="9338883" y="7919061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3" name="Line"/>
              <p:cNvSpPr/>
              <p:nvPr/>
            </p:nvSpPr>
            <p:spPr>
              <a:xfrm>
                <a:off x="9340739" y="8013600"/>
                <a:ext cx="600280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4" name="Line"/>
              <p:cNvSpPr/>
              <p:nvPr/>
            </p:nvSpPr>
            <p:spPr>
              <a:xfrm flipV="1">
                <a:off x="8066552" y="8492548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5" name="Line"/>
              <p:cNvSpPr/>
              <p:nvPr/>
            </p:nvSpPr>
            <p:spPr>
              <a:xfrm flipV="1">
                <a:off x="8161091" y="8492194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6" name="Line"/>
              <p:cNvSpPr/>
              <p:nvPr/>
            </p:nvSpPr>
            <p:spPr>
              <a:xfrm flipV="1">
                <a:off x="8255630" y="8492765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7" name="Line"/>
              <p:cNvSpPr/>
              <p:nvPr/>
            </p:nvSpPr>
            <p:spPr>
              <a:xfrm flipV="1">
                <a:off x="8350170" y="8490254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28" name="SB"/>
              <p:cNvSpPr/>
              <p:nvPr/>
            </p:nvSpPr>
            <p:spPr>
              <a:xfrm>
                <a:off x="9537004" y="8726889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433" name="Group"/>
              <p:cNvGrpSpPr/>
              <p:nvPr/>
            </p:nvGrpSpPr>
            <p:grpSpPr>
              <a:xfrm flipH="1" rot="10800000">
                <a:off x="6446302" y="7657869"/>
                <a:ext cx="600281" cy="283618"/>
                <a:chOff x="19050" y="0"/>
                <a:chExt cx="600279" cy="283617"/>
              </a:xfrm>
            </p:grpSpPr>
            <p:sp>
              <p:nvSpPr>
                <p:cNvPr id="3429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0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1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2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34" name="CLB"/>
              <p:cNvSpPr txBox="1"/>
              <p:nvPr/>
            </p:nvSpPr>
            <p:spPr>
              <a:xfrm>
                <a:off x="7764379" y="7609901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439" name="Group"/>
              <p:cNvGrpSpPr/>
              <p:nvPr/>
            </p:nvGrpSpPr>
            <p:grpSpPr>
              <a:xfrm flipH="1">
                <a:off x="7991216" y="6642820"/>
                <a:ext cx="283618" cy="629475"/>
                <a:chOff x="0" y="19050"/>
                <a:chExt cx="283616" cy="629474"/>
              </a:xfrm>
            </p:grpSpPr>
            <p:sp>
              <p:nvSpPr>
                <p:cNvPr id="3435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6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7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38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40" name="Rectangle"/>
              <p:cNvSpPr/>
              <p:nvPr/>
            </p:nvSpPr>
            <p:spPr>
              <a:xfrm>
                <a:off x="10264352" y="7248544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441" name="Line"/>
              <p:cNvSpPr/>
              <p:nvPr/>
            </p:nvSpPr>
            <p:spPr>
              <a:xfrm>
                <a:off x="12556862" y="7724233"/>
                <a:ext cx="31663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2" name="Line"/>
              <p:cNvSpPr/>
              <p:nvPr/>
            </p:nvSpPr>
            <p:spPr>
              <a:xfrm>
                <a:off x="12552510" y="7818772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3" name="Line"/>
              <p:cNvSpPr/>
              <p:nvPr/>
            </p:nvSpPr>
            <p:spPr>
              <a:xfrm>
                <a:off x="12552510" y="7913311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4" name="Line"/>
              <p:cNvSpPr/>
              <p:nvPr/>
            </p:nvSpPr>
            <p:spPr>
              <a:xfrm>
                <a:off x="12554366" y="8007850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5" name="Line"/>
              <p:cNvSpPr/>
              <p:nvPr/>
            </p:nvSpPr>
            <p:spPr>
              <a:xfrm flipV="1">
                <a:off x="11280179" y="8486798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6" name="Line"/>
              <p:cNvSpPr/>
              <p:nvPr/>
            </p:nvSpPr>
            <p:spPr>
              <a:xfrm flipV="1">
                <a:off x="11374717" y="8486445"/>
                <a:ext cx="1" cy="43258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7" name="Line"/>
              <p:cNvSpPr/>
              <p:nvPr/>
            </p:nvSpPr>
            <p:spPr>
              <a:xfrm flipV="1">
                <a:off x="11469256" y="8487016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8" name="Line"/>
              <p:cNvSpPr/>
              <p:nvPr/>
            </p:nvSpPr>
            <p:spPr>
              <a:xfrm flipV="1">
                <a:off x="11563795" y="8484505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49" name="SB"/>
              <p:cNvSpPr/>
              <p:nvPr/>
            </p:nvSpPr>
            <p:spPr>
              <a:xfrm>
                <a:off x="12750631" y="8721139"/>
                <a:ext cx="525378" cy="50823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454" name="Group"/>
              <p:cNvGrpSpPr/>
              <p:nvPr/>
            </p:nvGrpSpPr>
            <p:grpSpPr>
              <a:xfrm flipH="1" rot="10800000">
                <a:off x="9659928" y="7652118"/>
                <a:ext cx="600281" cy="283619"/>
                <a:chOff x="19050" y="0"/>
                <a:chExt cx="600279" cy="283617"/>
              </a:xfrm>
            </p:grpSpPr>
            <p:sp>
              <p:nvSpPr>
                <p:cNvPr id="3450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1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2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3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55" name="CLB"/>
              <p:cNvSpPr txBox="1"/>
              <p:nvPr/>
            </p:nvSpPr>
            <p:spPr>
              <a:xfrm>
                <a:off x="10978006" y="7604152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460" name="Group"/>
              <p:cNvGrpSpPr/>
              <p:nvPr/>
            </p:nvGrpSpPr>
            <p:grpSpPr>
              <a:xfrm flipH="1">
                <a:off x="11195549" y="6642820"/>
                <a:ext cx="283618" cy="629475"/>
                <a:chOff x="0" y="19050"/>
                <a:chExt cx="283616" cy="629474"/>
              </a:xfrm>
            </p:grpSpPr>
            <p:sp>
              <p:nvSpPr>
                <p:cNvPr id="3456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7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8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59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61" name="Rectangle"/>
              <p:cNvSpPr/>
              <p:nvPr/>
            </p:nvSpPr>
            <p:spPr>
              <a:xfrm>
                <a:off x="13467038" y="7251419"/>
                <a:ext cx="2293235" cy="1234996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28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3462" name="Line"/>
              <p:cNvSpPr/>
              <p:nvPr/>
            </p:nvSpPr>
            <p:spPr>
              <a:xfrm>
                <a:off x="15759546" y="7727108"/>
                <a:ext cx="316633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3" name="Line"/>
              <p:cNvSpPr/>
              <p:nvPr/>
            </p:nvSpPr>
            <p:spPr>
              <a:xfrm>
                <a:off x="15755196" y="7821647"/>
                <a:ext cx="411998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4" name="Line"/>
              <p:cNvSpPr/>
              <p:nvPr/>
            </p:nvSpPr>
            <p:spPr>
              <a:xfrm>
                <a:off x="15755196" y="7916186"/>
                <a:ext cx="500397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5" name="Line"/>
              <p:cNvSpPr/>
              <p:nvPr/>
            </p:nvSpPr>
            <p:spPr>
              <a:xfrm>
                <a:off x="15757050" y="8010725"/>
                <a:ext cx="600281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6" name="Line"/>
              <p:cNvSpPr/>
              <p:nvPr/>
            </p:nvSpPr>
            <p:spPr>
              <a:xfrm flipV="1">
                <a:off x="14482865" y="8489673"/>
                <a:ext cx="1" cy="33285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7" name="Line"/>
              <p:cNvSpPr/>
              <p:nvPr/>
            </p:nvSpPr>
            <p:spPr>
              <a:xfrm flipV="1">
                <a:off x="14577401" y="8489319"/>
                <a:ext cx="1" cy="432583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8" name="Line"/>
              <p:cNvSpPr/>
              <p:nvPr/>
            </p:nvSpPr>
            <p:spPr>
              <a:xfrm flipV="1">
                <a:off x="14671942" y="8489890"/>
                <a:ext cx="1" cy="525024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69" name="Line"/>
              <p:cNvSpPr/>
              <p:nvPr/>
            </p:nvSpPr>
            <p:spPr>
              <a:xfrm flipV="1">
                <a:off x="14766481" y="8487379"/>
                <a:ext cx="1" cy="62947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oval" w="med" len="med"/>
                <a:tailEnd type="oval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3470" name="SB"/>
              <p:cNvSpPr/>
              <p:nvPr/>
            </p:nvSpPr>
            <p:spPr>
              <a:xfrm>
                <a:off x="15953317" y="8724014"/>
                <a:ext cx="525378" cy="50822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SB</a:t>
                </a:r>
              </a:p>
            </p:txBody>
          </p:sp>
          <p:grpSp>
            <p:nvGrpSpPr>
              <p:cNvPr id="3475" name="Group"/>
              <p:cNvGrpSpPr/>
              <p:nvPr/>
            </p:nvGrpSpPr>
            <p:grpSpPr>
              <a:xfrm flipH="1" rot="10800000">
                <a:off x="12862614" y="7654993"/>
                <a:ext cx="600280" cy="283619"/>
                <a:chOff x="19050" y="0"/>
                <a:chExt cx="600279" cy="283617"/>
              </a:xfrm>
            </p:grpSpPr>
            <p:sp>
              <p:nvSpPr>
                <p:cNvPr id="3471" name="Line"/>
                <p:cNvSpPr/>
                <p:nvPr/>
              </p:nvSpPr>
              <p:spPr>
                <a:xfrm>
                  <a:off x="300504" y="0"/>
                  <a:ext cx="316633" cy="0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72" name="Line"/>
                <p:cNvSpPr/>
                <p:nvPr/>
              </p:nvSpPr>
              <p:spPr>
                <a:xfrm>
                  <a:off x="205476" y="94538"/>
                  <a:ext cx="411998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73" name="Line"/>
                <p:cNvSpPr/>
                <p:nvPr/>
              </p:nvSpPr>
              <p:spPr>
                <a:xfrm>
                  <a:off x="116532" y="189077"/>
                  <a:ext cx="500397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74" name="Line"/>
                <p:cNvSpPr/>
                <p:nvPr/>
              </p:nvSpPr>
              <p:spPr>
                <a:xfrm>
                  <a:off x="19050" y="283617"/>
                  <a:ext cx="600280" cy="1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3476" name="CLB"/>
              <p:cNvSpPr txBox="1"/>
              <p:nvPr/>
            </p:nvSpPr>
            <p:spPr>
              <a:xfrm>
                <a:off x="14180691" y="7607026"/>
                <a:ext cx="862204" cy="5481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pPr/>
                <a:r>
                  <a:t>CLB</a:t>
                </a:r>
              </a:p>
            </p:txBody>
          </p:sp>
          <p:grpSp>
            <p:nvGrpSpPr>
              <p:cNvPr id="3481" name="Group"/>
              <p:cNvGrpSpPr/>
              <p:nvPr/>
            </p:nvGrpSpPr>
            <p:grpSpPr>
              <a:xfrm flipH="1">
                <a:off x="14380136" y="6649140"/>
                <a:ext cx="283617" cy="629476"/>
                <a:chOff x="0" y="19050"/>
                <a:chExt cx="283616" cy="629474"/>
              </a:xfrm>
            </p:grpSpPr>
            <p:sp>
              <p:nvSpPr>
                <p:cNvPr id="3477" name="Line"/>
                <p:cNvSpPr/>
                <p:nvPr/>
              </p:nvSpPr>
              <p:spPr>
                <a:xfrm flipH="1">
                  <a:off x="-1" y="313375"/>
                  <a:ext cx="2" cy="332856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78" name="Line"/>
                <p:cNvSpPr/>
                <p:nvPr/>
              </p:nvSpPr>
              <p:spPr>
                <a:xfrm flipH="1">
                  <a:off x="94539" y="214002"/>
                  <a:ext cx="1" cy="43258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79" name="Line"/>
                <p:cNvSpPr/>
                <p:nvPr/>
              </p:nvSpPr>
              <p:spPr>
                <a:xfrm flipH="1">
                  <a:off x="189077" y="120990"/>
                  <a:ext cx="1" cy="52502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3480" name="Line"/>
                <p:cNvSpPr/>
                <p:nvPr/>
              </p:nvSpPr>
              <p:spPr>
                <a:xfrm flipH="1">
                  <a:off x="283616" y="19050"/>
                  <a:ext cx="1" cy="629475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miter lim="400000"/>
                  <a:headEnd type="oval" w="med" len="med"/>
                  <a:tailEnd type="oval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/>
                </a:p>
              </p:txBody>
            </p:sp>
          </p:grpSp>
        </p:grpSp>
      </p:grpSp>
      <p:grpSp>
        <p:nvGrpSpPr>
          <p:cNvPr id="3489" name="Group"/>
          <p:cNvGrpSpPr/>
          <p:nvPr/>
        </p:nvGrpSpPr>
        <p:grpSpPr>
          <a:xfrm>
            <a:off x="4520400" y="992377"/>
            <a:ext cx="5758102" cy="9499225"/>
            <a:chOff x="-2051908" y="-2223278"/>
            <a:chExt cx="5758100" cy="9499224"/>
          </a:xfrm>
        </p:grpSpPr>
        <p:sp>
          <p:nvSpPr>
            <p:cNvPr id="3484" name="BRAM"/>
            <p:cNvSpPr/>
            <p:nvPr/>
          </p:nvSpPr>
          <p:spPr>
            <a:xfrm>
              <a:off x="0" y="0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BRAM</a:t>
              </a:r>
            </a:p>
          </p:txBody>
        </p:sp>
        <p:sp>
          <p:nvSpPr>
            <p:cNvPr id="3485" name="BRAM"/>
            <p:cNvSpPr/>
            <p:nvPr/>
          </p:nvSpPr>
          <p:spPr>
            <a:xfrm>
              <a:off x="0" y="2223278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BRAM</a:t>
              </a:r>
            </a:p>
          </p:txBody>
        </p:sp>
        <p:sp>
          <p:nvSpPr>
            <p:cNvPr id="3486" name="BRAM"/>
            <p:cNvSpPr/>
            <p:nvPr/>
          </p:nvSpPr>
          <p:spPr>
            <a:xfrm>
              <a:off x="0" y="4375833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BRAM</a:t>
              </a:r>
            </a:p>
          </p:txBody>
        </p:sp>
        <p:sp>
          <p:nvSpPr>
            <p:cNvPr id="3487" name="BRAM"/>
            <p:cNvSpPr/>
            <p:nvPr/>
          </p:nvSpPr>
          <p:spPr>
            <a:xfrm>
              <a:off x="0" y="6528387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BRAM</a:t>
              </a:r>
            </a:p>
          </p:txBody>
        </p:sp>
        <p:sp>
          <p:nvSpPr>
            <p:cNvPr id="3488" name="Block RAM"/>
            <p:cNvSpPr/>
            <p:nvPr/>
          </p:nvSpPr>
          <p:spPr>
            <a:xfrm>
              <a:off x="-2051909" y="-2223279"/>
              <a:ext cx="5758102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Block RAM </a:t>
              </a:r>
            </a:p>
          </p:txBody>
        </p:sp>
      </p:grpSp>
      <p:grpSp>
        <p:nvGrpSpPr>
          <p:cNvPr id="3495" name="Group"/>
          <p:cNvGrpSpPr/>
          <p:nvPr/>
        </p:nvGrpSpPr>
        <p:grpSpPr>
          <a:xfrm>
            <a:off x="8541839" y="996748"/>
            <a:ext cx="4187715" cy="9499225"/>
            <a:chOff x="-1266715" y="-2223278"/>
            <a:chExt cx="4187713" cy="9499224"/>
          </a:xfrm>
        </p:grpSpPr>
        <p:sp>
          <p:nvSpPr>
            <p:cNvPr id="3490" name="DSP"/>
            <p:cNvSpPr/>
            <p:nvPr/>
          </p:nvSpPr>
          <p:spPr>
            <a:xfrm>
              <a:off x="0" y="0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1" name="DSP"/>
            <p:cNvSpPr/>
            <p:nvPr/>
          </p:nvSpPr>
          <p:spPr>
            <a:xfrm>
              <a:off x="0" y="2223278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2" name="DSP"/>
            <p:cNvSpPr/>
            <p:nvPr/>
          </p:nvSpPr>
          <p:spPr>
            <a:xfrm>
              <a:off x="0" y="4375833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3" name="DPS"/>
            <p:cNvSpPr/>
            <p:nvPr/>
          </p:nvSpPr>
          <p:spPr>
            <a:xfrm>
              <a:off x="0" y="6528387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DPS</a:t>
              </a:r>
            </a:p>
          </p:txBody>
        </p:sp>
        <p:sp>
          <p:nvSpPr>
            <p:cNvPr id="3494" name="Digital Signal Procesor"/>
            <p:cNvSpPr/>
            <p:nvPr/>
          </p:nvSpPr>
          <p:spPr>
            <a:xfrm>
              <a:off x="-1266716" y="-2223279"/>
              <a:ext cx="4187715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Digital Signal Procesor</a:t>
              </a:r>
            </a:p>
          </p:txBody>
        </p:sp>
      </p:grpSp>
      <p:grpSp>
        <p:nvGrpSpPr>
          <p:cNvPr id="3500" name="Group"/>
          <p:cNvGrpSpPr/>
          <p:nvPr/>
        </p:nvGrpSpPr>
        <p:grpSpPr>
          <a:xfrm>
            <a:off x="16237486" y="3220027"/>
            <a:ext cx="1654284" cy="7275946"/>
            <a:chOff x="0" y="0"/>
            <a:chExt cx="1654283" cy="7275945"/>
          </a:xfrm>
        </p:grpSpPr>
        <p:sp>
          <p:nvSpPr>
            <p:cNvPr id="3496" name="DSP"/>
            <p:cNvSpPr/>
            <p:nvPr/>
          </p:nvSpPr>
          <p:spPr>
            <a:xfrm>
              <a:off x="0" y="0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7" name="DSP"/>
            <p:cNvSpPr/>
            <p:nvPr/>
          </p:nvSpPr>
          <p:spPr>
            <a:xfrm>
              <a:off x="0" y="2223278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8" name="DSP"/>
            <p:cNvSpPr/>
            <p:nvPr/>
          </p:nvSpPr>
          <p:spPr>
            <a:xfrm>
              <a:off x="0" y="4375833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  <p:sp>
          <p:nvSpPr>
            <p:cNvPr id="3499" name="DSP"/>
            <p:cNvSpPr/>
            <p:nvPr/>
          </p:nvSpPr>
          <p:spPr>
            <a:xfrm>
              <a:off x="0" y="6528387"/>
              <a:ext cx="1654284" cy="74755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800">
                  <a:solidFill>
                    <a:schemeClr val="accent4">
                      <a:hueOff val="-476017"/>
                      <a:lumOff val="-10042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DSP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95" grpId="2"/>
      <p:bldP build="whole" bldLvl="1" animBg="1" rev="0" advAuto="0" spid="3500" grpId="3"/>
      <p:bldP build="whole" bldLvl="1" animBg="1" rev="0" advAuto="0" spid="348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FPGA vs CPU vs GPU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FPGA vs CPU vs GPU</a:t>
            </a:r>
          </a:p>
        </p:txBody>
      </p:sp>
      <p:sp>
        <p:nvSpPr>
          <p:cNvPr id="3503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Slide Title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/>
          <a:p>
            <a:pPr algn="ctr"/>
          </a:p>
        </p:txBody>
      </p:sp>
      <p:sp>
        <p:nvSpPr>
          <p:cNvPr id="3506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  <p:pic>
        <p:nvPicPr>
          <p:cNvPr id="3507" name="Animation_CPU-vs-FPGA.mp4" descr="Animation_CPU-vs-FPGA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0" fill="hold"/>
                                        <p:tgtEl>
                                          <p:spTgt spid="35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3507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350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5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507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9" name="Table 1"/>
          <p:cNvGraphicFramePr/>
          <p:nvPr/>
        </p:nvGraphicFramePr>
        <p:xfrm>
          <a:off x="2475944" y="2101398"/>
          <a:ext cx="19444812" cy="952590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858027"/>
                <a:gridCol w="4858027"/>
                <a:gridCol w="4858027"/>
                <a:gridCol w="4858027"/>
              </a:tblGrid>
              <a:tr h="1359028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CPU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GPU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FPGA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Výpočtový model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Sekvenčný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Masívne paralelný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Na mieru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Architektúra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Fixná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Fixná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Flexibilná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Latencia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Stredná
(Premenlivá)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Vysoká
(Batching)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Nízka
(Determinostická)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Spracovanie v reálnom čase *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👎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👎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👍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Periférie 
(I/O)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Závisí od hostiteľa 
(PCIe)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Závisí od hostiteľa 
(PCIe)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Priame HV rozhrania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59028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Energetická efektivita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Nízka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Nízka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Vysoká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Ako sa programujú FPGA čipy?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Ako sa programujú FPGA čipy?</a:t>
            </a:r>
          </a:p>
        </p:txBody>
      </p:sp>
      <p:sp>
        <p:nvSpPr>
          <p:cNvPr id="3512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4" name="Screenshot 2026-08-22 at 11.54.09.png" descr="Screenshot 2026-08-22 at 11.54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9747" y="7412711"/>
            <a:ext cx="15367892" cy="6006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5" name="Screenshot 2026-08-22 at 11.53.21.png" descr="Screenshot 2026-08-22 at 11.53.2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19747" y="2130121"/>
            <a:ext cx="15367892" cy="5016132"/>
          </a:xfrm>
          <a:prstGeom prst="rect">
            <a:avLst/>
          </a:prstGeom>
          <a:ln w="12700">
            <a:miter lim="400000"/>
          </a:ln>
        </p:spPr>
      </p:pic>
      <p:sp>
        <p:nvSpPr>
          <p:cNvPr id="3516" name="VHDL"/>
          <p:cNvSpPr txBox="1"/>
          <p:nvPr/>
        </p:nvSpPr>
        <p:spPr>
          <a:xfrm>
            <a:off x="3432505" y="4140854"/>
            <a:ext cx="209016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pPr/>
            <a:r>
              <a:t>VHDL</a:t>
            </a:r>
          </a:p>
        </p:txBody>
      </p:sp>
      <p:sp>
        <p:nvSpPr>
          <p:cNvPr id="3517" name="Verilog"/>
          <p:cNvSpPr txBox="1"/>
          <p:nvPr/>
        </p:nvSpPr>
        <p:spPr>
          <a:xfrm>
            <a:off x="3270580" y="9918667"/>
            <a:ext cx="241401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pPr/>
            <a:r>
              <a:t>Verilog</a:t>
            </a:r>
          </a:p>
        </p:txBody>
      </p:sp>
      <p:sp>
        <p:nvSpPr>
          <p:cNvPr id="3518" name="HDL - (Hardware Definition Language)"/>
          <p:cNvSpPr txBox="1"/>
          <p:nvPr/>
        </p:nvSpPr>
        <p:spPr>
          <a:xfrm>
            <a:off x="743259" y="465922"/>
            <a:ext cx="13027153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pPr/>
            <a:r>
              <a:t>HDL - (Hardware Definition Language)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HSL - (High-Level Sythesis)"/>
          <p:cNvSpPr txBox="1"/>
          <p:nvPr/>
        </p:nvSpPr>
        <p:spPr>
          <a:xfrm>
            <a:off x="743259" y="465922"/>
            <a:ext cx="945642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pPr/>
            <a:r>
              <a:t>HSL - (High-Level Sythesis)</a:t>
            </a:r>
          </a:p>
        </p:txBody>
      </p:sp>
      <p:sp>
        <p:nvSpPr>
          <p:cNvPr id="3521" name="C / C++ Frameworks…"/>
          <p:cNvSpPr txBox="1"/>
          <p:nvPr/>
        </p:nvSpPr>
        <p:spPr>
          <a:xfrm>
            <a:off x="1926179" y="1962330"/>
            <a:ext cx="20531642" cy="10917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30000"/>
              </a:lnSpc>
              <a:defRPr b="1" sz="4400"/>
            </a:pPr>
            <a:r>
              <a:t>C / C++ Frameworks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AMD Xilinx Vitis HLS (Vivado HLS)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Catapult HLS (Siemens)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Intel HLS Compiler</a:t>
            </a:r>
            <a:endParaRPr b="1"/>
          </a:p>
          <a:p>
            <a:pPr>
              <a:lnSpc>
                <a:spcPct val="30000"/>
              </a:lnSpc>
              <a:defRPr sz="4400"/>
            </a:pPr>
          </a:p>
          <a:p>
            <a:pPr>
              <a:lnSpc>
                <a:spcPct val="30000"/>
              </a:lnSpc>
              <a:defRPr b="1" sz="4400"/>
            </a:pPr>
            <a:r>
              <a:t>Python Frameworks</a:t>
            </a:r>
          </a:p>
          <a:p>
            <a:pPr marL="558800" indent="-558800">
              <a:lnSpc>
                <a:spcPct val="30000"/>
              </a:lnSpc>
              <a:buSzPct val="123000"/>
              <a:buChar char="•"/>
              <a:defRPr sz="4400"/>
            </a:pPr>
            <a:r>
              <a:t>hls4ml</a:t>
            </a:r>
          </a:p>
          <a:p>
            <a:pPr marL="558800" indent="-558800">
              <a:lnSpc>
                <a:spcPct val="30000"/>
              </a:lnSpc>
              <a:buSzPct val="123000"/>
              <a:buChar char="•"/>
              <a:defRPr sz="4400"/>
            </a:pPr>
            <a:r>
              <a:t>PyMTL3 / PyRTL</a:t>
            </a:r>
          </a:p>
          <a:p>
            <a:pPr marL="558800" indent="-558800">
              <a:lnSpc>
                <a:spcPct val="30000"/>
              </a:lnSpc>
              <a:buSzPct val="123000"/>
              <a:buChar char="•"/>
              <a:defRPr sz="4400"/>
            </a:pPr>
            <a:r>
              <a:t>Migen / LiteX</a:t>
            </a:r>
            <a:endParaRPr b="1"/>
          </a:p>
          <a:p>
            <a:pPr>
              <a:lnSpc>
                <a:spcPct val="30000"/>
              </a:lnSpc>
              <a:defRPr sz="4400"/>
            </a:pPr>
          </a:p>
          <a:p>
            <a:pPr>
              <a:lnSpc>
                <a:spcPct val="30000"/>
              </a:lnSpc>
              <a:defRPr b="1" sz="4400"/>
            </a:pPr>
            <a:r>
              <a:t>Rust Frameworks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Spade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Veryl</a:t>
            </a:r>
          </a:p>
          <a:p>
            <a:pPr marL="749299" indent="-609599">
              <a:lnSpc>
                <a:spcPct val="30000"/>
              </a:lnSpc>
              <a:buSzPct val="123000"/>
              <a:buFont typeface="Times Roman"/>
              <a:buChar char="•"/>
              <a:defRPr sz="4400"/>
            </a:pPr>
            <a:r>
              <a:t>Rust-HDLs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Soft-Core CPUs &amp; NPU"/>
          <p:cNvSpPr txBox="1"/>
          <p:nvPr/>
        </p:nvSpPr>
        <p:spPr>
          <a:xfrm>
            <a:off x="743259" y="465922"/>
            <a:ext cx="812901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/>
            </a:lvl1pPr>
          </a:lstStyle>
          <a:p>
            <a:pPr/>
            <a:r>
              <a:t>Soft-Core CPUs &amp; NPU</a:t>
            </a:r>
          </a:p>
        </p:txBody>
      </p:sp>
      <p:sp>
        <p:nvSpPr>
          <p:cNvPr id="3524" name="Nios2 (Intel)…"/>
          <p:cNvSpPr txBox="1"/>
          <p:nvPr/>
        </p:nvSpPr>
        <p:spPr>
          <a:xfrm>
            <a:off x="1128242" y="2412821"/>
            <a:ext cx="20531643" cy="325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:r>
              <a:t>Nios2 (Intel)</a:t>
            </a:r>
          </a:p>
          <a:p>
            <a:pPr marL="609600" indent="-609600">
              <a:buSzPct val="123000"/>
              <a:buChar char="•"/>
            </a:pPr>
            <a:r>
              <a:t>Microblaze (Xilinx)</a:t>
            </a:r>
          </a:p>
          <a:p>
            <a:pPr marL="609600" indent="-609600">
              <a:buSzPct val="123000"/>
              <a:buChar char="•"/>
            </a:pPr>
            <a:r>
              <a:t>RISC-V (Otvorený štandard)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24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Neurónové siete a FPGA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Neurónové siete a FPGA</a:t>
            </a:r>
          </a:p>
        </p:txBody>
      </p:sp>
      <p:sp>
        <p:nvSpPr>
          <p:cNvPr id="3527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Trénovanie"/>
          <p:cNvSpPr txBox="1"/>
          <p:nvPr/>
        </p:nvSpPr>
        <p:spPr>
          <a:xfrm>
            <a:off x="3715106" y="4357135"/>
            <a:ext cx="30611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Trénovanie</a:t>
            </a:r>
          </a:p>
        </p:txBody>
      </p:sp>
      <p:sp>
        <p:nvSpPr>
          <p:cNvPr id="3530" name="Inference"/>
          <p:cNvSpPr txBox="1"/>
          <p:nvPr/>
        </p:nvSpPr>
        <p:spPr>
          <a:xfrm>
            <a:off x="17822366" y="4357135"/>
            <a:ext cx="26319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Inference</a:t>
            </a:r>
          </a:p>
        </p:txBody>
      </p:sp>
      <p:sp>
        <p:nvSpPr>
          <p:cNvPr id="3531" name="GPU…"/>
          <p:cNvSpPr/>
          <p:nvPr/>
        </p:nvSpPr>
        <p:spPr>
          <a:xfrm>
            <a:off x="2831197" y="5505635"/>
            <a:ext cx="4828925" cy="2888942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GPU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TPU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NPU</a:t>
            </a:r>
          </a:p>
        </p:txBody>
      </p:sp>
      <p:sp>
        <p:nvSpPr>
          <p:cNvPr id="3532" name="Line"/>
          <p:cNvSpPr/>
          <p:nvPr/>
        </p:nvSpPr>
        <p:spPr>
          <a:xfrm>
            <a:off x="9557679" y="6950106"/>
            <a:ext cx="5268642" cy="1"/>
          </a:xfrm>
          <a:prstGeom prst="line">
            <a:avLst/>
          </a:prstGeom>
          <a:ln w="254000">
            <a:solidFill>
              <a:schemeClr val="accent1">
                <a:lumOff val="16847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33" name="FPGA"/>
          <p:cNvSpPr/>
          <p:nvPr/>
        </p:nvSpPr>
        <p:spPr>
          <a:xfrm>
            <a:off x="16723878" y="5505635"/>
            <a:ext cx="4828924" cy="2888942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FPGA</a:t>
            </a:r>
          </a:p>
        </p:txBody>
      </p:sp>
      <p:sp>
        <p:nvSpPr>
          <p:cNvPr id="3534" name="Prispôsobenie pre FPGA"/>
          <p:cNvSpPr txBox="1"/>
          <p:nvPr/>
        </p:nvSpPr>
        <p:spPr>
          <a:xfrm>
            <a:off x="8776258" y="5611338"/>
            <a:ext cx="683148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Prispôsobenie pre FPGA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Prispôsobenie pre FPGA"/>
          <p:cNvSpPr txBox="1"/>
          <p:nvPr/>
        </p:nvSpPr>
        <p:spPr>
          <a:xfrm>
            <a:off x="8776258" y="363243"/>
            <a:ext cx="683148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Prispôsobenie pre FPGA</a:t>
            </a:r>
          </a:p>
        </p:txBody>
      </p:sp>
      <p:grpSp>
        <p:nvGrpSpPr>
          <p:cNvPr id="3541" name="Group"/>
          <p:cNvGrpSpPr/>
          <p:nvPr/>
        </p:nvGrpSpPr>
        <p:grpSpPr>
          <a:xfrm>
            <a:off x="6780247" y="1157038"/>
            <a:ext cx="10823367" cy="1369887"/>
            <a:chOff x="0" y="0"/>
            <a:chExt cx="10823366" cy="1369885"/>
          </a:xfrm>
        </p:grpSpPr>
        <p:sp>
          <p:nvSpPr>
            <p:cNvPr id="3537" name="Line"/>
            <p:cNvSpPr/>
            <p:nvPr/>
          </p:nvSpPr>
          <p:spPr>
            <a:xfrm>
              <a:off x="0" y="576579"/>
              <a:ext cx="10823367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38" name="Line"/>
            <p:cNvSpPr/>
            <p:nvPr/>
          </p:nvSpPr>
          <p:spPr>
            <a:xfrm>
              <a:off x="5411753" y="0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39" name="Line"/>
            <p:cNvSpPr/>
            <p:nvPr/>
          </p:nvSpPr>
          <p:spPr>
            <a:xfrm flipH="1">
              <a:off x="19026" y="569808"/>
              <a:ext cx="1" cy="80007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40" name="Line"/>
            <p:cNvSpPr/>
            <p:nvPr/>
          </p:nvSpPr>
          <p:spPr>
            <a:xfrm>
              <a:off x="10804478" y="569808"/>
              <a:ext cx="1" cy="80007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3542" name="Rectangle"/>
          <p:cNvSpPr/>
          <p:nvPr/>
        </p:nvSpPr>
        <p:spPr>
          <a:xfrm>
            <a:off x="3274122" y="2761152"/>
            <a:ext cx="7053497" cy="7702869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548" name="Group"/>
          <p:cNvGrpSpPr/>
          <p:nvPr/>
        </p:nvGrpSpPr>
        <p:grpSpPr>
          <a:xfrm>
            <a:off x="14168984" y="3005283"/>
            <a:ext cx="6831483" cy="3698768"/>
            <a:chOff x="0" y="0"/>
            <a:chExt cx="6831482" cy="3698767"/>
          </a:xfrm>
        </p:grpSpPr>
        <p:sp>
          <p:nvSpPr>
            <p:cNvPr id="3543" name="Soft Cores"/>
            <p:cNvSpPr txBox="1"/>
            <p:nvPr/>
          </p:nvSpPr>
          <p:spPr>
            <a:xfrm>
              <a:off x="1592434" y="0"/>
              <a:ext cx="3646616" cy="944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5500"/>
              </a:lvl1pPr>
            </a:lstStyle>
            <a:p>
              <a:pPr/>
              <a:r>
                <a:t>Soft Cores</a:t>
              </a:r>
            </a:p>
          </p:txBody>
        </p:sp>
        <p:sp>
          <p:nvSpPr>
            <p:cNvPr id="3544" name="Quantizácia"/>
            <p:cNvSpPr txBox="1"/>
            <p:nvPr/>
          </p:nvSpPr>
          <p:spPr>
            <a:xfrm>
              <a:off x="1755647" y="1431818"/>
              <a:ext cx="3320188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Quantizácia</a:t>
              </a:r>
            </a:p>
          </p:txBody>
        </p:sp>
        <p:sp>
          <p:nvSpPr>
            <p:cNvPr id="3545" name="Prispôsobenie operácií"/>
            <p:cNvSpPr txBox="1"/>
            <p:nvPr/>
          </p:nvSpPr>
          <p:spPr>
            <a:xfrm>
              <a:off x="0" y="2890335"/>
              <a:ext cx="6831483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20000"/>
                </a:lnSpc>
              </a:lvl1pPr>
            </a:lstStyle>
            <a:p>
              <a:pPr/>
              <a:r>
                <a:t>Prispôsobenie operácií</a:t>
              </a:r>
            </a:p>
          </p:txBody>
        </p:sp>
        <p:sp>
          <p:nvSpPr>
            <p:cNvPr id="3546" name="Line"/>
            <p:cNvSpPr/>
            <p:nvPr/>
          </p:nvSpPr>
          <p:spPr>
            <a:xfrm>
              <a:off x="3415740" y="912729"/>
              <a:ext cx="1" cy="58651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47" name="Line"/>
            <p:cNvSpPr/>
            <p:nvPr/>
          </p:nvSpPr>
          <p:spPr>
            <a:xfrm>
              <a:off x="3415740" y="2406750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3549" name="FPGA"/>
          <p:cNvSpPr/>
          <p:nvPr/>
        </p:nvSpPr>
        <p:spPr>
          <a:xfrm>
            <a:off x="9777538" y="11491555"/>
            <a:ext cx="4828924" cy="1811653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FPGA</a:t>
            </a:r>
          </a:p>
        </p:txBody>
      </p:sp>
      <p:grpSp>
        <p:nvGrpSpPr>
          <p:cNvPr id="3559" name="Group"/>
          <p:cNvGrpSpPr/>
          <p:nvPr/>
        </p:nvGrpSpPr>
        <p:grpSpPr>
          <a:xfrm>
            <a:off x="3628055" y="2842075"/>
            <a:ext cx="6345632" cy="7381375"/>
            <a:chOff x="0" y="0"/>
            <a:chExt cx="6345631" cy="7381373"/>
          </a:xfrm>
        </p:grpSpPr>
        <p:sp>
          <p:nvSpPr>
            <p:cNvPr id="3550" name="HSL"/>
            <p:cNvSpPr txBox="1"/>
            <p:nvPr/>
          </p:nvSpPr>
          <p:spPr>
            <a:xfrm>
              <a:off x="2423102" y="0"/>
              <a:ext cx="1499426" cy="944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5500"/>
              </a:lvl1pPr>
            </a:lstStyle>
            <a:p>
              <a:pPr/>
              <a:r>
                <a:t>HSL</a:t>
              </a:r>
            </a:p>
          </p:txBody>
        </p:sp>
        <p:sp>
          <p:nvSpPr>
            <p:cNvPr id="3551" name="Line"/>
            <p:cNvSpPr/>
            <p:nvPr/>
          </p:nvSpPr>
          <p:spPr>
            <a:xfrm>
              <a:off x="3171218" y="1075937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52" name="Quantizácia"/>
            <p:cNvSpPr txBox="1"/>
            <p:nvPr/>
          </p:nvSpPr>
          <p:spPr>
            <a:xfrm>
              <a:off x="1512722" y="1595025"/>
              <a:ext cx="332018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Quantizácia</a:t>
              </a:r>
            </a:p>
          </p:txBody>
        </p:sp>
        <p:sp>
          <p:nvSpPr>
            <p:cNvPr id="3553" name="Prispôsobenie operácií"/>
            <p:cNvSpPr txBox="1"/>
            <p:nvPr/>
          </p:nvSpPr>
          <p:spPr>
            <a:xfrm>
              <a:off x="-1" y="3053543"/>
              <a:ext cx="6345633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20000"/>
                </a:lnSpc>
              </a:lvl1pPr>
            </a:lstStyle>
            <a:p>
              <a:pPr/>
              <a:r>
                <a:t>Prispôsobenie operácií</a:t>
              </a:r>
            </a:p>
          </p:txBody>
        </p:sp>
        <p:sp>
          <p:nvSpPr>
            <p:cNvPr id="3554" name="Line"/>
            <p:cNvSpPr/>
            <p:nvPr/>
          </p:nvSpPr>
          <p:spPr>
            <a:xfrm>
              <a:off x="3172815" y="2569958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55" name="Transpilácia HSL"/>
            <p:cNvSpPr txBox="1"/>
            <p:nvPr/>
          </p:nvSpPr>
          <p:spPr>
            <a:xfrm>
              <a:off x="835152" y="4547563"/>
              <a:ext cx="4675328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20000"/>
                </a:lnSpc>
              </a:lvl1pPr>
            </a:lstStyle>
            <a:p>
              <a:pPr/>
              <a:r>
                <a:t>Transpilácia HSL</a:t>
              </a:r>
            </a:p>
          </p:txBody>
        </p:sp>
        <p:sp>
          <p:nvSpPr>
            <p:cNvPr id="3556" name="Kompilácia HDL…"/>
            <p:cNvSpPr txBox="1"/>
            <p:nvPr/>
          </p:nvSpPr>
          <p:spPr>
            <a:xfrm>
              <a:off x="829056" y="6041584"/>
              <a:ext cx="4687520" cy="13397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t>Kompilácia HDL </a:t>
              </a:r>
            </a:p>
            <a:p>
              <a:pPr algn="ctr">
                <a:lnSpc>
                  <a:spcPct val="20000"/>
                </a:lnSpc>
                <a:defRPr sz="3500"/>
              </a:pPr>
              <a:r>
                <a:t>(AMD Xilinx Vitis HLS)</a:t>
              </a:r>
            </a:p>
          </p:txBody>
        </p:sp>
        <p:sp>
          <p:nvSpPr>
            <p:cNvPr id="3557" name="Line"/>
            <p:cNvSpPr/>
            <p:nvPr/>
          </p:nvSpPr>
          <p:spPr>
            <a:xfrm>
              <a:off x="3172815" y="3911510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58" name="Line"/>
            <p:cNvSpPr/>
            <p:nvPr/>
          </p:nvSpPr>
          <p:spPr>
            <a:xfrm>
              <a:off x="3172815" y="5406970"/>
              <a:ext cx="1" cy="586518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3560" name="Rectangle"/>
          <p:cNvSpPr/>
          <p:nvPr/>
        </p:nvSpPr>
        <p:spPr>
          <a:xfrm>
            <a:off x="14057977" y="2761152"/>
            <a:ext cx="7053498" cy="7702869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564" name="Group"/>
          <p:cNvGrpSpPr/>
          <p:nvPr/>
        </p:nvGrpSpPr>
        <p:grpSpPr>
          <a:xfrm>
            <a:off x="4274035" y="10463663"/>
            <a:ext cx="5480423" cy="2337935"/>
            <a:chOff x="0" y="0"/>
            <a:chExt cx="5480422" cy="2337933"/>
          </a:xfrm>
        </p:grpSpPr>
        <p:sp>
          <p:nvSpPr>
            <p:cNvPr id="3561" name="Line"/>
            <p:cNvSpPr/>
            <p:nvPr/>
          </p:nvSpPr>
          <p:spPr>
            <a:xfrm flipH="1">
              <a:off x="2525238" y="0"/>
              <a:ext cx="1" cy="1862453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62" name="Line"/>
            <p:cNvSpPr/>
            <p:nvPr/>
          </p:nvSpPr>
          <p:spPr>
            <a:xfrm flipH="1" flipV="1">
              <a:off x="2504200" y="1839508"/>
              <a:ext cx="2976223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63" name="Syntéza"/>
            <p:cNvSpPr txBox="1"/>
            <p:nvPr/>
          </p:nvSpPr>
          <p:spPr>
            <a:xfrm>
              <a:off x="0" y="1529502"/>
              <a:ext cx="2292401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Syntéza</a:t>
              </a:r>
            </a:p>
          </p:txBody>
        </p:sp>
      </p:grpSp>
      <p:grpSp>
        <p:nvGrpSpPr>
          <p:cNvPr id="3568" name="Group"/>
          <p:cNvGrpSpPr/>
          <p:nvPr/>
        </p:nvGrpSpPr>
        <p:grpSpPr>
          <a:xfrm>
            <a:off x="14614923" y="10463663"/>
            <a:ext cx="6253385" cy="2702902"/>
            <a:chOff x="0" y="0"/>
            <a:chExt cx="6253383" cy="2702900"/>
          </a:xfrm>
        </p:grpSpPr>
        <p:sp>
          <p:nvSpPr>
            <p:cNvPr id="3565" name="Line"/>
            <p:cNvSpPr/>
            <p:nvPr/>
          </p:nvSpPr>
          <p:spPr>
            <a:xfrm flipH="1">
              <a:off x="2969802" y="0"/>
              <a:ext cx="1" cy="1862453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66" name="Line"/>
            <p:cNvSpPr/>
            <p:nvPr/>
          </p:nvSpPr>
          <p:spPr>
            <a:xfrm flipH="1" flipV="1">
              <a:off x="-1" y="1839508"/>
              <a:ext cx="2976223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67" name="Uloženie…"/>
            <p:cNvSpPr txBox="1"/>
            <p:nvPr/>
          </p:nvSpPr>
          <p:spPr>
            <a:xfrm>
              <a:off x="3202640" y="1164534"/>
              <a:ext cx="3050744" cy="1538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>
                <a:lnSpc>
                  <a:spcPct val="20000"/>
                </a:lnSpc>
              </a:pPr>
              <a:r>
                <a:t>Uloženie </a:t>
              </a:r>
            </a:p>
            <a:p>
              <a:pPr>
                <a:lnSpc>
                  <a:spcPct val="20000"/>
                </a:lnSpc>
              </a:pPr>
              <a:r>
                <a:t>do pamäte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Triple Modular Redundancy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Triple Modular Redundancy</a:t>
            </a:r>
          </a:p>
        </p:txBody>
      </p:sp>
      <p:sp>
        <p:nvSpPr>
          <p:cNvPr id="3571" name="Rectangle"/>
          <p:cNvSpPr txBox="1"/>
          <p:nvPr/>
        </p:nvSpPr>
        <p:spPr>
          <a:xfrm>
            <a:off x="1206500" y="7659928"/>
            <a:ext cx="21971000" cy="143316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36" sz="68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